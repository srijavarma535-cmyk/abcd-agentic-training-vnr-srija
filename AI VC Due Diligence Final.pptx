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80" r:id="rId2"/>
  </p:sldMasterIdLst>
  <p:sldIdLst>
    <p:sldId id="256" r:id="rId3"/>
    <p:sldId id="257" r:id="rId4"/>
    <p:sldId id="258" r:id="rId5"/>
    <p:sldId id="259" r:id="rId6"/>
    <p:sldId id="260" r:id="rId7"/>
    <p:sldId id="262" r:id="rId8"/>
    <p:sldId id="263" r:id="rId9"/>
    <p:sldId id="261" r:id="rId10"/>
    <p:sldId id="268" r:id="rId11"/>
    <p:sldId id="266" r:id="rId12"/>
    <p:sldId id="269" r:id="rId1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bit.ly/2TtBDfr" TargetMode="External"/><Relationship Id="rId5" Type="http://schemas.openxmlformats.org/officeDocument/2006/relationships/hyperlink" Target="http://bit.ly/2TyoMsr" TargetMode="External"/><Relationship Id="rId4" Type="http://schemas.openxmlformats.org/officeDocument/2006/relationships/hyperlink" Target="https://bit.ly/3A1uf1Q" TargetMode="Externa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;p2"/>
          <p:cNvPicPr/>
          <p:nvPr/>
        </p:nvPicPr>
        <p:blipFill>
          <a:blip r:embed="rId2"/>
          <a:srcRect l="237" r="996"/>
          <a:stretch/>
        </p:blipFill>
        <p:spPr>
          <a:xfrm rot="10800000" flipH="1">
            <a:off x="0" y="-6480"/>
            <a:ext cx="9164160" cy="5149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Google Shape;10;p2"/>
          <p:cNvPicPr/>
          <p:nvPr/>
        </p:nvPicPr>
        <p:blipFill>
          <a:blip r:embed="rId3">
            <a:alphaModFix amt="50000"/>
          </a:blip>
          <a:srcRect l="771" r="6256"/>
          <a:stretch/>
        </p:blipFill>
        <p:spPr>
          <a:xfrm rot="10800000" flipH="1">
            <a:off x="-58320" y="-6840"/>
            <a:ext cx="9279000" cy="521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958400" y="1392840"/>
            <a:ext cx="5226840" cy="1586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85;p11"/>
          <p:cNvPicPr/>
          <p:nvPr/>
        </p:nvPicPr>
        <p:blipFill>
          <a:blip r:embed="rId2"/>
          <a:srcRect l="420" r="-520"/>
          <a:stretch/>
        </p:blipFill>
        <p:spPr>
          <a:xfrm rot="16200000" flipH="1">
            <a:off x="1983960" y="-1990800"/>
            <a:ext cx="5188320" cy="915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" name="Google Shape;86;p11"/>
          <p:cNvPicPr/>
          <p:nvPr/>
        </p:nvPicPr>
        <p:blipFill>
          <a:blip r:embed="rId3">
            <a:alphaModFix amt="50000"/>
          </a:blip>
          <a:srcRect l="1158" r="46635" b="51446"/>
          <a:stretch/>
        </p:blipFill>
        <p:spPr>
          <a:xfrm rot="5400000">
            <a:off x="-1324800" y="1316520"/>
            <a:ext cx="5146560" cy="2499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2095560" y="1669680"/>
            <a:ext cx="4952520" cy="1114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DM Sans ExtraBold"/>
                <a:ea typeface="DM Sans ExtraBold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1;p13"/>
          <p:cNvPicPr/>
          <p:nvPr/>
        </p:nvPicPr>
        <p:blipFill>
          <a:blip r:embed="rId2"/>
          <a:srcRect l="420" r="-520"/>
          <a:stretch/>
        </p:blipFill>
        <p:spPr>
          <a:xfrm rot="5400000">
            <a:off x="1982520" y="-1990800"/>
            <a:ext cx="5188320" cy="915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" name="Google Shape;92;p13"/>
          <p:cNvPicPr/>
          <p:nvPr/>
        </p:nvPicPr>
        <p:blipFill>
          <a:blip r:embed="rId3">
            <a:alphaModFix amt="50000"/>
          </a:blip>
          <a:srcRect l="1158" r="46635" b="51446"/>
          <a:stretch/>
        </p:blipFill>
        <p:spPr>
          <a:xfrm rot="5400000">
            <a:off x="-1330920" y="1316520"/>
            <a:ext cx="5146560" cy="2499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020960" y="444960"/>
            <a:ext cx="68378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title"/>
          </p:nvPr>
        </p:nvSpPr>
        <p:spPr>
          <a:xfrm>
            <a:off x="1105200" y="3014280"/>
            <a:ext cx="1146240" cy="6739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DM Sans ExtraBold"/>
                <a:ea typeface="DM Sans ExtraBold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title"/>
          </p:nvPr>
        </p:nvSpPr>
        <p:spPr>
          <a:xfrm>
            <a:off x="1105200" y="3882240"/>
            <a:ext cx="1146240" cy="6739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DM Sans ExtraBold"/>
                <a:ea typeface="DM Sans ExtraBold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title"/>
          </p:nvPr>
        </p:nvSpPr>
        <p:spPr>
          <a:xfrm>
            <a:off x="1104840" y="1279080"/>
            <a:ext cx="1146240" cy="6739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DM Sans ExtraBold"/>
                <a:ea typeface="DM Sans ExtraBold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title"/>
          </p:nvPr>
        </p:nvSpPr>
        <p:spPr>
          <a:xfrm>
            <a:off x="1104840" y="2146680"/>
            <a:ext cx="1146240" cy="6739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DM Sans ExtraBold"/>
                <a:ea typeface="DM Sans ExtraBold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" name="Google Shape;106;p13"/>
          <p:cNvSpPr/>
          <p:nvPr/>
        </p:nvSpPr>
        <p:spPr>
          <a:xfrm>
            <a:off x="1339560" y="3344760"/>
            <a:ext cx="2160" cy="720"/>
          </a:xfrm>
          <a:custGeom>
            <a:avLst/>
            <a:gdLst>
              <a:gd name="textAreaLeft" fmla="*/ 0 w 2160"/>
              <a:gd name="textAreaRight" fmla="*/ 2520 w 21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" name="Google Shape;107;p13"/>
          <p:cNvSpPr/>
          <p:nvPr/>
        </p:nvSpPr>
        <p:spPr>
          <a:xfrm>
            <a:off x="7544520" y="3535200"/>
            <a:ext cx="21960" cy="6480"/>
          </a:xfrm>
          <a:custGeom>
            <a:avLst/>
            <a:gdLst>
              <a:gd name="textAreaLeft" fmla="*/ 0 w 21960"/>
              <a:gd name="textAreaRight" fmla="*/ 22320 w 21960"/>
              <a:gd name="textAreaTop" fmla="*/ 0 h 6480"/>
              <a:gd name="textAreaBottom" fmla="*/ 6840 h 6480"/>
            </a:gdLst>
            <a:ahLst/>
            <a:cxnLst/>
            <a:rect l="textAreaLeft" t="textAreaTop" r="textAreaRight" b="textAreaBottom"/>
            <a:pathLst>
              <a:path w="202" h="61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" name="Google Shape;108;p13"/>
          <p:cNvSpPr/>
          <p:nvPr/>
        </p:nvSpPr>
        <p:spPr>
          <a:xfrm>
            <a:off x="7567560" y="3541680"/>
            <a:ext cx="4320" cy="1800"/>
          </a:xfrm>
          <a:custGeom>
            <a:avLst/>
            <a:gdLst>
              <a:gd name="textAreaLeft" fmla="*/ 0 w 4320"/>
              <a:gd name="textAreaRight" fmla="*/ 4680 w 4320"/>
              <a:gd name="textAreaTop" fmla="*/ 0 h 1800"/>
              <a:gd name="textAreaBottom" fmla="*/ 2160 h 1800"/>
            </a:gdLst>
            <a:ahLst/>
            <a:cxnLst/>
            <a:rect l="textAreaLeft" t="textAreaTop" r="textAreaRight" b="textAreaBottom"/>
            <a:pathLst>
              <a:path w="41" h="2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" name="Google Shape;109;p13"/>
          <p:cNvSpPr/>
          <p:nvPr/>
        </p:nvSpPr>
        <p:spPr>
          <a:xfrm>
            <a:off x="7572960" y="3543840"/>
            <a:ext cx="5400" cy="2880"/>
          </a:xfrm>
          <a:custGeom>
            <a:avLst/>
            <a:gdLst>
              <a:gd name="textAreaLeft" fmla="*/ 0 w 5400"/>
              <a:gd name="textAreaRight" fmla="*/ 5760 w 5400"/>
              <a:gd name="textAreaTop" fmla="*/ 0 h 2880"/>
              <a:gd name="textAreaBottom" fmla="*/ 3240 h 2880"/>
            </a:gdLst>
            <a:ahLst/>
            <a:cxnLst/>
            <a:rect l="textAreaLeft" t="textAreaTop" r="textAreaRight" b="textAreaBottom"/>
            <a:pathLst>
              <a:path w="51" h="3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0" name="Google Shape;110;p13"/>
          <p:cNvSpPr/>
          <p:nvPr/>
        </p:nvSpPr>
        <p:spPr>
          <a:xfrm>
            <a:off x="1339920" y="3348720"/>
            <a:ext cx="2160" cy="720"/>
          </a:xfrm>
          <a:custGeom>
            <a:avLst/>
            <a:gdLst>
              <a:gd name="textAreaLeft" fmla="*/ 0 w 2160"/>
              <a:gd name="textAreaRight" fmla="*/ 2520 w 21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1" name="Google Shape;111;p13"/>
          <p:cNvSpPr/>
          <p:nvPr/>
        </p:nvSpPr>
        <p:spPr>
          <a:xfrm>
            <a:off x="7544520" y="3538800"/>
            <a:ext cx="21960" cy="6480"/>
          </a:xfrm>
          <a:custGeom>
            <a:avLst/>
            <a:gdLst>
              <a:gd name="textAreaLeft" fmla="*/ 0 w 21960"/>
              <a:gd name="textAreaRight" fmla="*/ 22320 w 21960"/>
              <a:gd name="textAreaTop" fmla="*/ 0 h 6480"/>
              <a:gd name="textAreaBottom" fmla="*/ 6840 h 6480"/>
            </a:gdLst>
            <a:ahLst/>
            <a:cxnLst/>
            <a:rect l="textAreaLeft" t="textAreaTop" r="textAreaRight" b="textAreaBottom"/>
            <a:pathLst>
              <a:path w="202" h="61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2" name="Google Shape;112;p13"/>
          <p:cNvSpPr/>
          <p:nvPr/>
        </p:nvSpPr>
        <p:spPr>
          <a:xfrm>
            <a:off x="7567560" y="3545280"/>
            <a:ext cx="4320" cy="1800"/>
          </a:xfrm>
          <a:custGeom>
            <a:avLst/>
            <a:gdLst>
              <a:gd name="textAreaLeft" fmla="*/ 0 w 4320"/>
              <a:gd name="textAreaRight" fmla="*/ 4680 w 4320"/>
              <a:gd name="textAreaTop" fmla="*/ 0 h 1800"/>
              <a:gd name="textAreaBottom" fmla="*/ 2160 h 1800"/>
            </a:gdLst>
            <a:ahLst/>
            <a:cxnLst/>
            <a:rect l="textAreaLeft" t="textAreaTop" r="textAreaRight" b="textAreaBottom"/>
            <a:pathLst>
              <a:path w="41" h="2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3" name="Google Shape;113;p13"/>
          <p:cNvSpPr/>
          <p:nvPr/>
        </p:nvSpPr>
        <p:spPr>
          <a:xfrm>
            <a:off x="7572960" y="3547440"/>
            <a:ext cx="5400" cy="2880"/>
          </a:xfrm>
          <a:custGeom>
            <a:avLst/>
            <a:gdLst>
              <a:gd name="textAreaLeft" fmla="*/ 0 w 5400"/>
              <a:gd name="textAreaRight" fmla="*/ 5760 w 5400"/>
              <a:gd name="textAreaTop" fmla="*/ 0 h 2880"/>
              <a:gd name="textAreaBottom" fmla="*/ 3240 h 2880"/>
            </a:gdLst>
            <a:ahLst/>
            <a:cxnLst/>
            <a:rect l="textAreaLeft" t="textAreaTop" r="textAreaRight" b="textAreaBottom"/>
            <a:pathLst>
              <a:path w="51" h="3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115;p14"/>
          <p:cNvPicPr/>
          <p:nvPr/>
        </p:nvPicPr>
        <p:blipFill>
          <a:blip r:embed="rId2"/>
          <a:srcRect l="420" r="-520"/>
          <a:stretch/>
        </p:blipFill>
        <p:spPr>
          <a:xfrm rot="16200000" flipH="1">
            <a:off x="1983960" y="-1990800"/>
            <a:ext cx="5188320" cy="915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" name="Google Shape;116;p14"/>
          <p:cNvPicPr/>
          <p:nvPr/>
        </p:nvPicPr>
        <p:blipFill>
          <a:blip r:embed="rId3">
            <a:alphaModFix amt="50000"/>
          </a:blip>
          <a:srcRect l="1158" r="46635" b="51446"/>
          <a:stretch/>
        </p:blipFill>
        <p:spPr>
          <a:xfrm rot="16200000" flipH="1">
            <a:off x="5333040" y="1316520"/>
            <a:ext cx="5146560" cy="2499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Google Shape;117;p14"/>
          <p:cNvSpPr/>
          <p:nvPr/>
        </p:nvSpPr>
        <p:spPr>
          <a:xfrm>
            <a:off x="1339560" y="3344760"/>
            <a:ext cx="2160" cy="720"/>
          </a:xfrm>
          <a:custGeom>
            <a:avLst/>
            <a:gdLst>
              <a:gd name="textAreaLeft" fmla="*/ 0 w 2160"/>
              <a:gd name="textAreaRight" fmla="*/ 2520 w 21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" name="Google Shape;118;p14"/>
          <p:cNvSpPr/>
          <p:nvPr/>
        </p:nvSpPr>
        <p:spPr>
          <a:xfrm>
            <a:off x="1339920" y="3348720"/>
            <a:ext cx="2160" cy="720"/>
          </a:xfrm>
          <a:custGeom>
            <a:avLst/>
            <a:gdLst>
              <a:gd name="textAreaLeft" fmla="*/ 0 w 2160"/>
              <a:gd name="textAreaRight" fmla="*/ 2520 w 21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225080" y="3724200"/>
            <a:ext cx="6693120" cy="5317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122;p15"/>
          <p:cNvPicPr/>
          <p:nvPr/>
        </p:nvPicPr>
        <p:blipFill>
          <a:blip r:embed="rId2"/>
          <a:srcRect l="2210" t="1565" r="2039" b="2427"/>
          <a:stretch/>
        </p:blipFill>
        <p:spPr>
          <a:xfrm rot="10800000" flipH="1">
            <a:off x="-35640" y="-5760"/>
            <a:ext cx="9224280" cy="520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" name="Google Shape;123;p15"/>
          <p:cNvPicPr/>
          <p:nvPr/>
        </p:nvPicPr>
        <p:blipFill>
          <a:blip r:embed="rId3">
            <a:alphaModFix amt="50000"/>
          </a:blip>
          <a:srcRect l="28399" r="7263"/>
          <a:stretch/>
        </p:blipFill>
        <p:spPr>
          <a:xfrm rot="10800000" flipH="1">
            <a:off x="0" y="-2520"/>
            <a:ext cx="6342840" cy="514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762200" y="2221920"/>
            <a:ext cx="5619600" cy="1420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2" name="PlaceHolder 2"/>
          <p:cNvSpPr>
            <a:spLocks noGrp="1"/>
          </p:cNvSpPr>
          <p:nvPr>
            <p:ph type="title"/>
          </p:nvPr>
        </p:nvSpPr>
        <p:spPr>
          <a:xfrm>
            <a:off x="3730680" y="1028880"/>
            <a:ext cx="1682640" cy="10371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DM Sans ExtraBold"/>
                <a:ea typeface="DM Sans ExtraBold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128;p16"/>
          <p:cNvPicPr/>
          <p:nvPr/>
        </p:nvPicPr>
        <p:blipFill>
          <a:blip r:embed="rId2"/>
          <a:srcRect l="2068" t="1288" r="67847" b="1188"/>
          <a:stretch/>
        </p:blipFill>
        <p:spPr>
          <a:xfrm rot="5400000">
            <a:off x="1976040" y="-2045160"/>
            <a:ext cx="5182920" cy="923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" name="Google Shape;129;p16"/>
          <p:cNvPicPr/>
          <p:nvPr/>
        </p:nvPicPr>
        <p:blipFill>
          <a:blip r:embed="rId3">
            <a:alphaModFix amt="50000"/>
          </a:blip>
          <a:srcRect l="10398" t="7567" r="28315" b="-125040"/>
          <a:stretch/>
        </p:blipFill>
        <p:spPr>
          <a:xfrm rot="5400000">
            <a:off x="2179800" y="-1999800"/>
            <a:ext cx="5137920" cy="914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Google Shape;130;p16"/>
          <p:cNvSpPr/>
          <p:nvPr/>
        </p:nvSpPr>
        <p:spPr>
          <a:xfrm>
            <a:off x="1339560" y="3344760"/>
            <a:ext cx="2160" cy="720"/>
          </a:xfrm>
          <a:custGeom>
            <a:avLst/>
            <a:gdLst>
              <a:gd name="textAreaLeft" fmla="*/ 0 w 2160"/>
              <a:gd name="textAreaRight" fmla="*/ 2520 w 21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6" name="Google Shape;131;p16"/>
          <p:cNvSpPr/>
          <p:nvPr/>
        </p:nvSpPr>
        <p:spPr>
          <a:xfrm>
            <a:off x="7544520" y="3535200"/>
            <a:ext cx="21960" cy="6480"/>
          </a:xfrm>
          <a:custGeom>
            <a:avLst/>
            <a:gdLst>
              <a:gd name="textAreaLeft" fmla="*/ 0 w 21960"/>
              <a:gd name="textAreaRight" fmla="*/ 22320 w 21960"/>
              <a:gd name="textAreaTop" fmla="*/ 0 h 6480"/>
              <a:gd name="textAreaBottom" fmla="*/ 6840 h 6480"/>
            </a:gdLst>
            <a:ahLst/>
            <a:cxnLst/>
            <a:rect l="textAreaLeft" t="textAreaTop" r="textAreaRight" b="textAreaBottom"/>
            <a:pathLst>
              <a:path w="202" h="61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7" name="Google Shape;132;p16"/>
          <p:cNvSpPr/>
          <p:nvPr/>
        </p:nvSpPr>
        <p:spPr>
          <a:xfrm>
            <a:off x="7567560" y="3541680"/>
            <a:ext cx="4320" cy="1800"/>
          </a:xfrm>
          <a:custGeom>
            <a:avLst/>
            <a:gdLst>
              <a:gd name="textAreaLeft" fmla="*/ 0 w 4320"/>
              <a:gd name="textAreaRight" fmla="*/ 4680 w 4320"/>
              <a:gd name="textAreaTop" fmla="*/ 0 h 1800"/>
              <a:gd name="textAreaBottom" fmla="*/ 2160 h 1800"/>
            </a:gdLst>
            <a:ahLst/>
            <a:cxnLst/>
            <a:rect l="textAreaLeft" t="textAreaTop" r="textAreaRight" b="textAreaBottom"/>
            <a:pathLst>
              <a:path w="41" h="2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8" name="Google Shape;133;p16"/>
          <p:cNvSpPr/>
          <p:nvPr/>
        </p:nvSpPr>
        <p:spPr>
          <a:xfrm>
            <a:off x="7572960" y="3543840"/>
            <a:ext cx="5400" cy="2880"/>
          </a:xfrm>
          <a:custGeom>
            <a:avLst/>
            <a:gdLst>
              <a:gd name="textAreaLeft" fmla="*/ 0 w 5400"/>
              <a:gd name="textAreaRight" fmla="*/ 5760 w 5400"/>
              <a:gd name="textAreaTop" fmla="*/ 0 h 2880"/>
              <a:gd name="textAreaBottom" fmla="*/ 3240 h 2880"/>
            </a:gdLst>
            <a:ahLst/>
            <a:cxnLst/>
            <a:rect l="textAreaLeft" t="textAreaTop" r="textAreaRight" b="textAreaBottom"/>
            <a:pathLst>
              <a:path w="51" h="3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9" name="Google Shape;134;p16"/>
          <p:cNvSpPr/>
          <p:nvPr/>
        </p:nvSpPr>
        <p:spPr>
          <a:xfrm>
            <a:off x="1339920" y="3348720"/>
            <a:ext cx="2160" cy="720"/>
          </a:xfrm>
          <a:custGeom>
            <a:avLst/>
            <a:gdLst>
              <a:gd name="textAreaLeft" fmla="*/ 0 w 2160"/>
              <a:gd name="textAreaRight" fmla="*/ 2520 w 21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0" name="Google Shape;135;p16"/>
          <p:cNvSpPr/>
          <p:nvPr/>
        </p:nvSpPr>
        <p:spPr>
          <a:xfrm>
            <a:off x="7544520" y="3538800"/>
            <a:ext cx="21960" cy="6480"/>
          </a:xfrm>
          <a:custGeom>
            <a:avLst/>
            <a:gdLst>
              <a:gd name="textAreaLeft" fmla="*/ 0 w 21960"/>
              <a:gd name="textAreaRight" fmla="*/ 22320 w 21960"/>
              <a:gd name="textAreaTop" fmla="*/ 0 h 6480"/>
              <a:gd name="textAreaBottom" fmla="*/ 6840 h 6480"/>
            </a:gdLst>
            <a:ahLst/>
            <a:cxnLst/>
            <a:rect l="textAreaLeft" t="textAreaTop" r="textAreaRight" b="textAreaBottom"/>
            <a:pathLst>
              <a:path w="202" h="61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1" name="Google Shape;136;p16"/>
          <p:cNvSpPr/>
          <p:nvPr/>
        </p:nvSpPr>
        <p:spPr>
          <a:xfrm>
            <a:off x="7567560" y="3545280"/>
            <a:ext cx="4320" cy="1800"/>
          </a:xfrm>
          <a:custGeom>
            <a:avLst/>
            <a:gdLst>
              <a:gd name="textAreaLeft" fmla="*/ 0 w 4320"/>
              <a:gd name="textAreaRight" fmla="*/ 4680 w 4320"/>
              <a:gd name="textAreaTop" fmla="*/ 0 h 1800"/>
              <a:gd name="textAreaBottom" fmla="*/ 2160 h 1800"/>
            </a:gdLst>
            <a:ahLst/>
            <a:cxnLst/>
            <a:rect l="textAreaLeft" t="textAreaTop" r="textAreaRight" b="textAreaBottom"/>
            <a:pathLst>
              <a:path w="41" h="2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2" name="Google Shape;137;p16"/>
          <p:cNvSpPr/>
          <p:nvPr/>
        </p:nvSpPr>
        <p:spPr>
          <a:xfrm>
            <a:off x="7572960" y="3547440"/>
            <a:ext cx="5400" cy="2880"/>
          </a:xfrm>
          <a:custGeom>
            <a:avLst/>
            <a:gdLst>
              <a:gd name="textAreaLeft" fmla="*/ 0 w 5400"/>
              <a:gd name="textAreaRight" fmla="*/ 5760 w 5400"/>
              <a:gd name="textAreaTop" fmla="*/ 0 h 2880"/>
              <a:gd name="textAreaBottom" fmla="*/ 3240 h 2880"/>
            </a:gdLst>
            <a:ahLst/>
            <a:cxnLst/>
            <a:rect l="textAreaLeft" t="textAreaTop" r="textAreaRight" b="textAreaBottom"/>
            <a:pathLst>
              <a:path w="51" h="3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1015200" y="866880"/>
            <a:ext cx="3404160" cy="2171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5383080" y="680040"/>
            <a:ext cx="2814120" cy="378360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F2A29">
                <a:alpha val="50000"/>
              </a:srgbClr>
            </a:outerShdw>
          </a:effectLst>
        </p:spPr>
        <p:txBody>
          <a:bodyPr lIns="90000" tIns="45000" rIns="90000" bIns="45000" anchor="t">
            <a:normAutofit fontScale="40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142;p17"/>
          <p:cNvPicPr/>
          <p:nvPr/>
        </p:nvPicPr>
        <p:blipFill>
          <a:blip r:embed="rId2">
            <a:alphaModFix amt="80000"/>
          </a:blip>
          <a:srcRect l="3846"/>
          <a:stretch/>
        </p:blipFill>
        <p:spPr>
          <a:xfrm rot="5400000">
            <a:off x="1992600" y="-2000880"/>
            <a:ext cx="5167800" cy="915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" name="Google Shape;143;p17"/>
          <p:cNvPicPr/>
          <p:nvPr/>
        </p:nvPicPr>
        <p:blipFill>
          <a:blip r:embed="rId3">
            <a:alphaModFix amt="50000"/>
          </a:blip>
          <a:srcRect l="1158" r="46635" b="74688"/>
          <a:stretch/>
        </p:blipFill>
        <p:spPr>
          <a:xfrm rot="16200000" flipH="1">
            <a:off x="5935320" y="1915200"/>
            <a:ext cx="5146560" cy="130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053360" y="1333440"/>
            <a:ext cx="2765880" cy="1222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147;p18"/>
          <p:cNvPicPr/>
          <p:nvPr/>
        </p:nvPicPr>
        <p:blipFill>
          <a:blip r:embed="rId2"/>
          <a:srcRect l="420" r="-520"/>
          <a:stretch/>
        </p:blipFill>
        <p:spPr>
          <a:xfrm rot="5400000" flipH="1">
            <a:off x="1951560" y="-2021400"/>
            <a:ext cx="5250240" cy="915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" name="Google Shape;148;p18"/>
          <p:cNvPicPr/>
          <p:nvPr/>
        </p:nvPicPr>
        <p:blipFill>
          <a:blip r:embed="rId3">
            <a:alphaModFix amt="50000"/>
          </a:blip>
          <a:srcRect l="15469" t="51390" r="5793" b="-7602"/>
          <a:stretch/>
        </p:blipFill>
        <p:spPr>
          <a:xfrm>
            <a:off x="0" y="-69120"/>
            <a:ext cx="7763400" cy="289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Google Shape;149;p18"/>
          <p:cNvSpPr/>
          <p:nvPr/>
        </p:nvSpPr>
        <p:spPr>
          <a:xfrm>
            <a:off x="1339560" y="3344760"/>
            <a:ext cx="2160" cy="720"/>
          </a:xfrm>
          <a:custGeom>
            <a:avLst/>
            <a:gdLst>
              <a:gd name="textAreaLeft" fmla="*/ 0 w 2160"/>
              <a:gd name="textAreaRight" fmla="*/ 2520 w 21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1" name="Google Shape;150;p18"/>
          <p:cNvSpPr/>
          <p:nvPr/>
        </p:nvSpPr>
        <p:spPr>
          <a:xfrm>
            <a:off x="7544520" y="3535200"/>
            <a:ext cx="21960" cy="6480"/>
          </a:xfrm>
          <a:custGeom>
            <a:avLst/>
            <a:gdLst>
              <a:gd name="textAreaLeft" fmla="*/ 0 w 21960"/>
              <a:gd name="textAreaRight" fmla="*/ 22320 w 21960"/>
              <a:gd name="textAreaTop" fmla="*/ 0 h 6480"/>
              <a:gd name="textAreaBottom" fmla="*/ 6840 h 6480"/>
            </a:gdLst>
            <a:ahLst/>
            <a:cxnLst/>
            <a:rect l="textAreaLeft" t="textAreaTop" r="textAreaRight" b="textAreaBottom"/>
            <a:pathLst>
              <a:path w="202" h="61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2" name="Google Shape;151;p18"/>
          <p:cNvSpPr/>
          <p:nvPr/>
        </p:nvSpPr>
        <p:spPr>
          <a:xfrm>
            <a:off x="7567560" y="3541680"/>
            <a:ext cx="4320" cy="1800"/>
          </a:xfrm>
          <a:custGeom>
            <a:avLst/>
            <a:gdLst>
              <a:gd name="textAreaLeft" fmla="*/ 0 w 4320"/>
              <a:gd name="textAreaRight" fmla="*/ 4680 w 4320"/>
              <a:gd name="textAreaTop" fmla="*/ 0 h 1800"/>
              <a:gd name="textAreaBottom" fmla="*/ 2160 h 1800"/>
            </a:gdLst>
            <a:ahLst/>
            <a:cxnLst/>
            <a:rect l="textAreaLeft" t="textAreaTop" r="textAreaRight" b="textAreaBottom"/>
            <a:pathLst>
              <a:path w="41" h="2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3" name="Google Shape;152;p18"/>
          <p:cNvSpPr/>
          <p:nvPr/>
        </p:nvSpPr>
        <p:spPr>
          <a:xfrm>
            <a:off x="7572960" y="3543840"/>
            <a:ext cx="5400" cy="2880"/>
          </a:xfrm>
          <a:custGeom>
            <a:avLst/>
            <a:gdLst>
              <a:gd name="textAreaLeft" fmla="*/ 0 w 5400"/>
              <a:gd name="textAreaRight" fmla="*/ 5760 w 5400"/>
              <a:gd name="textAreaTop" fmla="*/ 0 h 2880"/>
              <a:gd name="textAreaBottom" fmla="*/ 3240 h 2880"/>
            </a:gdLst>
            <a:ahLst/>
            <a:cxnLst/>
            <a:rect l="textAreaLeft" t="textAreaTop" r="textAreaRight" b="textAreaBottom"/>
            <a:pathLst>
              <a:path w="51" h="3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4" name="Google Shape;153;p18"/>
          <p:cNvSpPr/>
          <p:nvPr/>
        </p:nvSpPr>
        <p:spPr>
          <a:xfrm>
            <a:off x="1339920" y="3348720"/>
            <a:ext cx="2160" cy="720"/>
          </a:xfrm>
          <a:custGeom>
            <a:avLst/>
            <a:gdLst>
              <a:gd name="textAreaLeft" fmla="*/ 0 w 2160"/>
              <a:gd name="textAreaRight" fmla="*/ 2520 w 21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5" name="Google Shape;154;p18"/>
          <p:cNvSpPr/>
          <p:nvPr/>
        </p:nvSpPr>
        <p:spPr>
          <a:xfrm>
            <a:off x="7544520" y="3538800"/>
            <a:ext cx="21960" cy="6480"/>
          </a:xfrm>
          <a:custGeom>
            <a:avLst/>
            <a:gdLst>
              <a:gd name="textAreaLeft" fmla="*/ 0 w 21960"/>
              <a:gd name="textAreaRight" fmla="*/ 22320 w 21960"/>
              <a:gd name="textAreaTop" fmla="*/ 0 h 6480"/>
              <a:gd name="textAreaBottom" fmla="*/ 6840 h 6480"/>
            </a:gdLst>
            <a:ahLst/>
            <a:cxnLst/>
            <a:rect l="textAreaLeft" t="textAreaTop" r="textAreaRight" b="textAreaBottom"/>
            <a:pathLst>
              <a:path w="202" h="61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6" name="Google Shape;155;p18"/>
          <p:cNvSpPr/>
          <p:nvPr/>
        </p:nvSpPr>
        <p:spPr>
          <a:xfrm>
            <a:off x="7567560" y="3545280"/>
            <a:ext cx="4320" cy="1800"/>
          </a:xfrm>
          <a:custGeom>
            <a:avLst/>
            <a:gdLst>
              <a:gd name="textAreaLeft" fmla="*/ 0 w 4320"/>
              <a:gd name="textAreaRight" fmla="*/ 4680 w 4320"/>
              <a:gd name="textAreaTop" fmla="*/ 0 h 1800"/>
              <a:gd name="textAreaBottom" fmla="*/ 2160 h 1800"/>
            </a:gdLst>
            <a:ahLst/>
            <a:cxnLst/>
            <a:rect l="textAreaLeft" t="textAreaTop" r="textAreaRight" b="textAreaBottom"/>
            <a:pathLst>
              <a:path w="41" h="2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7" name="Google Shape;156;p18"/>
          <p:cNvSpPr/>
          <p:nvPr/>
        </p:nvSpPr>
        <p:spPr>
          <a:xfrm>
            <a:off x="7572960" y="3547440"/>
            <a:ext cx="5400" cy="2880"/>
          </a:xfrm>
          <a:custGeom>
            <a:avLst/>
            <a:gdLst>
              <a:gd name="textAreaLeft" fmla="*/ 0 w 5400"/>
              <a:gd name="textAreaRight" fmla="*/ 5760 w 5400"/>
              <a:gd name="textAreaTop" fmla="*/ 0 h 2880"/>
              <a:gd name="textAreaBottom" fmla="*/ 3240 h 2880"/>
            </a:gdLst>
            <a:ahLst/>
            <a:cxnLst/>
            <a:rect l="textAreaLeft" t="textAreaTop" r="textAreaRight" b="textAreaBottom"/>
            <a:pathLst>
              <a:path w="51" h="3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5230080" y="1410840"/>
            <a:ext cx="2630160" cy="1241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160;p19"/>
          <p:cNvPicPr/>
          <p:nvPr/>
        </p:nvPicPr>
        <p:blipFill>
          <a:blip r:embed="rId2"/>
          <a:srcRect l="420" r="-520"/>
          <a:stretch/>
        </p:blipFill>
        <p:spPr>
          <a:xfrm rot="16200000" flipH="1">
            <a:off x="1981800" y="-1990800"/>
            <a:ext cx="5188320" cy="915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" name="Google Shape;161;p19"/>
          <p:cNvPicPr/>
          <p:nvPr/>
        </p:nvPicPr>
        <p:blipFill>
          <a:blip r:embed="rId3">
            <a:alphaModFix amt="50000"/>
          </a:blip>
          <a:srcRect l="1158" r="46635" b="74946"/>
          <a:stretch/>
        </p:blipFill>
        <p:spPr>
          <a:xfrm rot="5400000">
            <a:off x="-1922760" y="1921680"/>
            <a:ext cx="5146560" cy="128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Google Shape;162;p19"/>
          <p:cNvSpPr/>
          <p:nvPr/>
        </p:nvSpPr>
        <p:spPr>
          <a:xfrm>
            <a:off x="1339560" y="3344760"/>
            <a:ext cx="2160" cy="720"/>
          </a:xfrm>
          <a:custGeom>
            <a:avLst/>
            <a:gdLst>
              <a:gd name="textAreaLeft" fmla="*/ 0 w 2160"/>
              <a:gd name="textAreaRight" fmla="*/ 2520 w 21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2" name="Google Shape;163;p19"/>
          <p:cNvSpPr/>
          <p:nvPr/>
        </p:nvSpPr>
        <p:spPr>
          <a:xfrm>
            <a:off x="7544520" y="3535200"/>
            <a:ext cx="21960" cy="6480"/>
          </a:xfrm>
          <a:custGeom>
            <a:avLst/>
            <a:gdLst>
              <a:gd name="textAreaLeft" fmla="*/ 0 w 21960"/>
              <a:gd name="textAreaRight" fmla="*/ 22320 w 21960"/>
              <a:gd name="textAreaTop" fmla="*/ 0 h 6480"/>
              <a:gd name="textAreaBottom" fmla="*/ 6840 h 6480"/>
            </a:gdLst>
            <a:ahLst/>
            <a:cxnLst/>
            <a:rect l="textAreaLeft" t="textAreaTop" r="textAreaRight" b="textAreaBottom"/>
            <a:pathLst>
              <a:path w="202" h="61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3" name="Google Shape;164;p19"/>
          <p:cNvSpPr/>
          <p:nvPr/>
        </p:nvSpPr>
        <p:spPr>
          <a:xfrm>
            <a:off x="7567560" y="3541680"/>
            <a:ext cx="4320" cy="1800"/>
          </a:xfrm>
          <a:custGeom>
            <a:avLst/>
            <a:gdLst>
              <a:gd name="textAreaLeft" fmla="*/ 0 w 4320"/>
              <a:gd name="textAreaRight" fmla="*/ 4680 w 4320"/>
              <a:gd name="textAreaTop" fmla="*/ 0 h 1800"/>
              <a:gd name="textAreaBottom" fmla="*/ 2160 h 1800"/>
            </a:gdLst>
            <a:ahLst/>
            <a:cxnLst/>
            <a:rect l="textAreaLeft" t="textAreaTop" r="textAreaRight" b="textAreaBottom"/>
            <a:pathLst>
              <a:path w="41" h="2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726480" y="1017720"/>
            <a:ext cx="7703640" cy="1258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168;p20"/>
          <p:cNvPicPr/>
          <p:nvPr/>
        </p:nvPicPr>
        <p:blipFill>
          <a:blip r:embed="rId2"/>
          <a:srcRect l="420" r="-520"/>
          <a:stretch/>
        </p:blipFill>
        <p:spPr>
          <a:xfrm rot="5400000">
            <a:off x="1982520" y="-1990800"/>
            <a:ext cx="5188320" cy="915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" name="Google Shape;169;p20"/>
          <p:cNvPicPr/>
          <p:nvPr/>
        </p:nvPicPr>
        <p:blipFill>
          <a:blip r:embed="rId3">
            <a:alphaModFix amt="50000"/>
          </a:blip>
          <a:srcRect l="1158" r="46635" b="74946"/>
          <a:stretch/>
        </p:blipFill>
        <p:spPr>
          <a:xfrm rot="16200000" flipH="1">
            <a:off x="5928840" y="1921680"/>
            <a:ext cx="5146560" cy="128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9" name="Google Shape;171;p20"/>
          <p:cNvSpPr/>
          <p:nvPr/>
        </p:nvSpPr>
        <p:spPr>
          <a:xfrm>
            <a:off x="1339560" y="3344760"/>
            <a:ext cx="2160" cy="720"/>
          </a:xfrm>
          <a:custGeom>
            <a:avLst/>
            <a:gdLst>
              <a:gd name="textAreaLeft" fmla="*/ 0 w 2160"/>
              <a:gd name="textAreaRight" fmla="*/ 2520 w 21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0" name="Google Shape;172;p20"/>
          <p:cNvSpPr/>
          <p:nvPr/>
        </p:nvSpPr>
        <p:spPr>
          <a:xfrm>
            <a:off x="7544520" y="3535200"/>
            <a:ext cx="21960" cy="6480"/>
          </a:xfrm>
          <a:custGeom>
            <a:avLst/>
            <a:gdLst>
              <a:gd name="textAreaLeft" fmla="*/ 0 w 21960"/>
              <a:gd name="textAreaRight" fmla="*/ 22320 w 21960"/>
              <a:gd name="textAreaTop" fmla="*/ 0 h 6480"/>
              <a:gd name="textAreaBottom" fmla="*/ 6840 h 6480"/>
            </a:gdLst>
            <a:ahLst/>
            <a:cxnLst/>
            <a:rect l="textAreaLeft" t="textAreaTop" r="textAreaRight" b="textAreaBottom"/>
            <a:pathLst>
              <a:path w="202" h="61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1" name="Google Shape;173;p20"/>
          <p:cNvSpPr/>
          <p:nvPr/>
        </p:nvSpPr>
        <p:spPr>
          <a:xfrm>
            <a:off x="7567560" y="3541680"/>
            <a:ext cx="4320" cy="1800"/>
          </a:xfrm>
          <a:custGeom>
            <a:avLst/>
            <a:gdLst>
              <a:gd name="textAreaLeft" fmla="*/ 0 w 4320"/>
              <a:gd name="textAreaRight" fmla="*/ 4680 w 4320"/>
              <a:gd name="textAreaTop" fmla="*/ 0 h 1800"/>
              <a:gd name="textAreaBottom" fmla="*/ 2160 h 1800"/>
            </a:gdLst>
            <a:ahLst/>
            <a:cxnLst/>
            <a:rect l="textAreaLeft" t="textAreaTop" r="textAreaRight" b="textAreaBottom"/>
            <a:pathLst>
              <a:path w="41" h="2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2" name="Google Shape;174;p20"/>
          <p:cNvSpPr/>
          <p:nvPr/>
        </p:nvSpPr>
        <p:spPr>
          <a:xfrm>
            <a:off x="7572960" y="3543840"/>
            <a:ext cx="5400" cy="2880"/>
          </a:xfrm>
          <a:custGeom>
            <a:avLst/>
            <a:gdLst>
              <a:gd name="textAreaLeft" fmla="*/ 0 w 5400"/>
              <a:gd name="textAreaRight" fmla="*/ 5760 w 5400"/>
              <a:gd name="textAreaTop" fmla="*/ 0 h 2880"/>
              <a:gd name="textAreaBottom" fmla="*/ 3240 h 2880"/>
            </a:gdLst>
            <a:ahLst/>
            <a:cxnLst/>
            <a:rect l="textAreaLeft" t="textAreaTop" r="textAreaRight" b="textAreaBottom"/>
            <a:pathLst>
              <a:path w="51" h="3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3" name="Google Shape;175;p20"/>
          <p:cNvSpPr/>
          <p:nvPr/>
        </p:nvSpPr>
        <p:spPr>
          <a:xfrm>
            <a:off x="1339920" y="3348720"/>
            <a:ext cx="2160" cy="720"/>
          </a:xfrm>
          <a:custGeom>
            <a:avLst/>
            <a:gdLst>
              <a:gd name="textAreaLeft" fmla="*/ 0 w 2160"/>
              <a:gd name="textAreaRight" fmla="*/ 2520 w 21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4" name="Google Shape;176;p20"/>
          <p:cNvSpPr/>
          <p:nvPr/>
        </p:nvSpPr>
        <p:spPr>
          <a:xfrm>
            <a:off x="7544520" y="3538800"/>
            <a:ext cx="21960" cy="6480"/>
          </a:xfrm>
          <a:custGeom>
            <a:avLst/>
            <a:gdLst>
              <a:gd name="textAreaLeft" fmla="*/ 0 w 21960"/>
              <a:gd name="textAreaRight" fmla="*/ 22320 w 21960"/>
              <a:gd name="textAreaTop" fmla="*/ 0 h 6480"/>
              <a:gd name="textAreaBottom" fmla="*/ 6840 h 6480"/>
            </a:gdLst>
            <a:ahLst/>
            <a:cxnLst/>
            <a:rect l="textAreaLeft" t="textAreaTop" r="textAreaRight" b="textAreaBottom"/>
            <a:pathLst>
              <a:path w="202" h="61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5" name="Google Shape;177;p20"/>
          <p:cNvSpPr/>
          <p:nvPr/>
        </p:nvSpPr>
        <p:spPr>
          <a:xfrm>
            <a:off x="7567560" y="3545280"/>
            <a:ext cx="4320" cy="1800"/>
          </a:xfrm>
          <a:custGeom>
            <a:avLst/>
            <a:gdLst>
              <a:gd name="textAreaLeft" fmla="*/ 0 w 4320"/>
              <a:gd name="textAreaRight" fmla="*/ 4680 w 4320"/>
              <a:gd name="textAreaTop" fmla="*/ 0 h 1800"/>
              <a:gd name="textAreaBottom" fmla="*/ 2160 h 1800"/>
            </a:gdLst>
            <a:ahLst/>
            <a:cxnLst/>
            <a:rect l="textAreaLeft" t="textAreaTop" r="textAreaRight" b="textAreaBottom"/>
            <a:pathLst>
              <a:path w="41" h="2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6" name="Google Shape;178;p20"/>
          <p:cNvSpPr/>
          <p:nvPr/>
        </p:nvSpPr>
        <p:spPr>
          <a:xfrm>
            <a:off x="7572960" y="3547440"/>
            <a:ext cx="5400" cy="2880"/>
          </a:xfrm>
          <a:custGeom>
            <a:avLst/>
            <a:gdLst>
              <a:gd name="textAreaLeft" fmla="*/ 0 w 5400"/>
              <a:gd name="textAreaRight" fmla="*/ 5760 w 5400"/>
              <a:gd name="textAreaTop" fmla="*/ 0 h 2880"/>
              <a:gd name="textAreaBottom" fmla="*/ 3240 h 2880"/>
            </a:gdLst>
            <a:ahLst/>
            <a:cxnLst/>
            <a:rect l="textAreaLeft" t="textAreaTop" r="textAreaRight" b="textAreaBottom"/>
            <a:pathLst>
              <a:path w="51" h="3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14;p3"/>
          <p:cNvPicPr/>
          <p:nvPr/>
        </p:nvPicPr>
        <p:blipFill>
          <a:blip r:embed="rId2"/>
          <a:srcRect l="239" r="59"/>
          <a:stretch/>
        </p:blipFill>
        <p:spPr>
          <a:xfrm rot="10800000">
            <a:off x="-1800" y="-6480"/>
            <a:ext cx="9143640" cy="5149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Google Shape;15;p3"/>
          <p:cNvPicPr/>
          <p:nvPr/>
        </p:nvPicPr>
        <p:blipFill>
          <a:blip r:embed="rId3">
            <a:alphaModFix amt="50000"/>
          </a:blip>
          <a:srcRect l="1160" r="6102"/>
          <a:stretch/>
        </p:blipFill>
        <p:spPr>
          <a:xfrm rot="10800000">
            <a:off x="360" y="-6480"/>
            <a:ext cx="9143640" cy="514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713160" y="2347200"/>
            <a:ext cx="4370400" cy="1305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0" name="PlaceHolder 2"/>
          <p:cNvSpPr>
            <a:spLocks noGrp="1"/>
          </p:cNvSpPr>
          <p:nvPr>
            <p:ph type="title"/>
          </p:nvPr>
        </p:nvSpPr>
        <p:spPr>
          <a:xfrm>
            <a:off x="713160" y="802080"/>
            <a:ext cx="1775160" cy="12369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DM Sans ExtraBold"/>
                <a:ea typeface="DM Sans ExtraBold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180;p21"/>
          <p:cNvPicPr/>
          <p:nvPr/>
        </p:nvPicPr>
        <p:blipFill>
          <a:blip r:embed="rId2"/>
          <a:srcRect l="411" r="1539"/>
          <a:stretch/>
        </p:blipFill>
        <p:spPr>
          <a:xfrm rot="5400000" flipH="1">
            <a:off x="1982520" y="-1990440"/>
            <a:ext cx="5188320" cy="915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" name="Google Shape;181;p21"/>
          <p:cNvPicPr/>
          <p:nvPr/>
        </p:nvPicPr>
        <p:blipFill>
          <a:blip r:embed="rId3">
            <a:alphaModFix amt="50000"/>
          </a:blip>
          <a:srcRect l="1158" r="46635" b="83538"/>
          <a:stretch/>
        </p:blipFill>
        <p:spPr>
          <a:xfrm rot="16200000">
            <a:off x="6176520" y="2185200"/>
            <a:ext cx="5146560" cy="846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" name="Google Shape;182;p21"/>
          <p:cNvPicPr/>
          <p:nvPr/>
        </p:nvPicPr>
        <p:blipFill>
          <a:blip r:embed="rId3">
            <a:alphaModFix amt="50000"/>
          </a:blip>
          <a:srcRect l="1158" r="46635" b="83538"/>
          <a:stretch/>
        </p:blipFill>
        <p:spPr>
          <a:xfrm rot="5400000" flipH="1">
            <a:off x="-2149560" y="2185200"/>
            <a:ext cx="5146560" cy="84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185;p22"/>
          <p:cNvPicPr/>
          <p:nvPr/>
        </p:nvPicPr>
        <p:blipFill>
          <a:blip r:embed="rId2"/>
          <a:srcRect l="411" r="1539"/>
          <a:stretch/>
        </p:blipFill>
        <p:spPr>
          <a:xfrm rot="5400000" flipH="1">
            <a:off x="1982520" y="-1990440"/>
            <a:ext cx="5188320" cy="915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" name="Google Shape;186;p22"/>
          <p:cNvPicPr/>
          <p:nvPr/>
        </p:nvPicPr>
        <p:blipFill>
          <a:blip r:embed="rId3">
            <a:alphaModFix amt="50000"/>
          </a:blip>
          <a:srcRect l="1158" r="46635" b="83538"/>
          <a:stretch/>
        </p:blipFill>
        <p:spPr>
          <a:xfrm rot="16200000">
            <a:off x="6176520" y="2185200"/>
            <a:ext cx="5146560" cy="846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Google Shape;187;p22"/>
          <p:cNvPicPr/>
          <p:nvPr/>
        </p:nvPicPr>
        <p:blipFill>
          <a:blip r:embed="rId3">
            <a:alphaModFix amt="50000"/>
          </a:blip>
          <a:srcRect l="1158" r="46635" b="83538"/>
          <a:stretch/>
        </p:blipFill>
        <p:spPr>
          <a:xfrm rot="5400000" flipH="1">
            <a:off x="-2149560" y="2185200"/>
            <a:ext cx="5146560" cy="84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190;p23"/>
          <p:cNvPicPr/>
          <p:nvPr/>
        </p:nvPicPr>
        <p:blipFill>
          <a:blip r:embed="rId2"/>
          <a:srcRect l="420" r="-520"/>
          <a:stretch/>
        </p:blipFill>
        <p:spPr>
          <a:xfrm rot="16200000" flipH="1">
            <a:off x="1976040" y="-1990800"/>
            <a:ext cx="5188320" cy="915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" name="Google Shape;191;p23"/>
          <p:cNvPicPr/>
          <p:nvPr/>
        </p:nvPicPr>
        <p:blipFill>
          <a:blip r:embed="rId3">
            <a:alphaModFix amt="50000"/>
          </a:blip>
          <a:srcRect l="1158" r="46635" b="51446"/>
          <a:stretch/>
        </p:blipFill>
        <p:spPr>
          <a:xfrm rot="16200000" flipH="1">
            <a:off x="5331240" y="1316520"/>
            <a:ext cx="5146560" cy="2499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Google Shape;192;p23"/>
          <p:cNvSpPr/>
          <p:nvPr/>
        </p:nvSpPr>
        <p:spPr>
          <a:xfrm>
            <a:off x="1339560" y="3344760"/>
            <a:ext cx="2160" cy="720"/>
          </a:xfrm>
          <a:custGeom>
            <a:avLst/>
            <a:gdLst>
              <a:gd name="textAreaLeft" fmla="*/ 0 w 2160"/>
              <a:gd name="textAreaRight" fmla="*/ 2520 w 21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2" name="Google Shape;193;p23"/>
          <p:cNvSpPr/>
          <p:nvPr/>
        </p:nvSpPr>
        <p:spPr>
          <a:xfrm>
            <a:off x="7544520" y="3535200"/>
            <a:ext cx="21960" cy="6480"/>
          </a:xfrm>
          <a:custGeom>
            <a:avLst/>
            <a:gdLst>
              <a:gd name="textAreaLeft" fmla="*/ 0 w 21960"/>
              <a:gd name="textAreaRight" fmla="*/ 22320 w 21960"/>
              <a:gd name="textAreaTop" fmla="*/ 0 h 6480"/>
              <a:gd name="textAreaBottom" fmla="*/ 6840 h 6480"/>
            </a:gdLst>
            <a:ahLst/>
            <a:cxnLst/>
            <a:rect l="textAreaLeft" t="textAreaTop" r="textAreaRight" b="textAreaBottom"/>
            <a:pathLst>
              <a:path w="202" h="61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3" name="Google Shape;194;p23"/>
          <p:cNvSpPr/>
          <p:nvPr/>
        </p:nvSpPr>
        <p:spPr>
          <a:xfrm>
            <a:off x="7567560" y="3541680"/>
            <a:ext cx="4320" cy="1800"/>
          </a:xfrm>
          <a:custGeom>
            <a:avLst/>
            <a:gdLst>
              <a:gd name="textAreaLeft" fmla="*/ 0 w 4320"/>
              <a:gd name="textAreaRight" fmla="*/ 4680 w 4320"/>
              <a:gd name="textAreaTop" fmla="*/ 0 h 1800"/>
              <a:gd name="textAreaBottom" fmla="*/ 2160 h 1800"/>
            </a:gdLst>
            <a:ahLst/>
            <a:cxnLst/>
            <a:rect l="textAreaLeft" t="textAreaTop" r="textAreaRight" b="textAreaBottom"/>
            <a:pathLst>
              <a:path w="41" h="2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4" name="Google Shape;195;p23"/>
          <p:cNvSpPr/>
          <p:nvPr/>
        </p:nvSpPr>
        <p:spPr>
          <a:xfrm>
            <a:off x="7572960" y="3543840"/>
            <a:ext cx="5400" cy="2880"/>
          </a:xfrm>
          <a:custGeom>
            <a:avLst/>
            <a:gdLst>
              <a:gd name="textAreaLeft" fmla="*/ 0 w 5400"/>
              <a:gd name="textAreaRight" fmla="*/ 5760 w 5400"/>
              <a:gd name="textAreaTop" fmla="*/ 0 h 2880"/>
              <a:gd name="textAreaBottom" fmla="*/ 3240 h 2880"/>
            </a:gdLst>
            <a:ahLst/>
            <a:cxnLst/>
            <a:rect l="textAreaLeft" t="textAreaTop" r="textAreaRight" b="textAreaBottom"/>
            <a:pathLst>
              <a:path w="51" h="3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5" name="Google Shape;196;p23"/>
          <p:cNvSpPr/>
          <p:nvPr/>
        </p:nvSpPr>
        <p:spPr>
          <a:xfrm>
            <a:off x="1339920" y="3348720"/>
            <a:ext cx="2160" cy="720"/>
          </a:xfrm>
          <a:custGeom>
            <a:avLst/>
            <a:gdLst>
              <a:gd name="textAreaLeft" fmla="*/ 0 w 2160"/>
              <a:gd name="textAreaRight" fmla="*/ 2520 w 21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6" name="Google Shape;197;p23"/>
          <p:cNvSpPr/>
          <p:nvPr/>
        </p:nvSpPr>
        <p:spPr>
          <a:xfrm>
            <a:off x="7544520" y="3538800"/>
            <a:ext cx="21960" cy="6480"/>
          </a:xfrm>
          <a:custGeom>
            <a:avLst/>
            <a:gdLst>
              <a:gd name="textAreaLeft" fmla="*/ 0 w 21960"/>
              <a:gd name="textAreaRight" fmla="*/ 22320 w 21960"/>
              <a:gd name="textAreaTop" fmla="*/ 0 h 6480"/>
              <a:gd name="textAreaBottom" fmla="*/ 6840 h 6480"/>
            </a:gdLst>
            <a:ahLst/>
            <a:cxnLst/>
            <a:rect l="textAreaLeft" t="textAreaTop" r="textAreaRight" b="textAreaBottom"/>
            <a:pathLst>
              <a:path w="202" h="61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7" name="Google Shape;198;p23"/>
          <p:cNvSpPr/>
          <p:nvPr/>
        </p:nvSpPr>
        <p:spPr>
          <a:xfrm>
            <a:off x="7567560" y="3545280"/>
            <a:ext cx="4320" cy="1800"/>
          </a:xfrm>
          <a:custGeom>
            <a:avLst/>
            <a:gdLst>
              <a:gd name="textAreaLeft" fmla="*/ 0 w 4320"/>
              <a:gd name="textAreaRight" fmla="*/ 4680 w 4320"/>
              <a:gd name="textAreaTop" fmla="*/ 0 h 1800"/>
              <a:gd name="textAreaBottom" fmla="*/ 2160 h 1800"/>
            </a:gdLst>
            <a:ahLst/>
            <a:cxnLst/>
            <a:rect l="textAreaLeft" t="textAreaTop" r="textAreaRight" b="textAreaBottom"/>
            <a:pathLst>
              <a:path w="41" h="2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8" name="Google Shape;199;p23"/>
          <p:cNvSpPr/>
          <p:nvPr/>
        </p:nvSpPr>
        <p:spPr>
          <a:xfrm>
            <a:off x="7572960" y="3547440"/>
            <a:ext cx="5400" cy="2880"/>
          </a:xfrm>
          <a:custGeom>
            <a:avLst/>
            <a:gdLst>
              <a:gd name="textAreaLeft" fmla="*/ 0 w 5400"/>
              <a:gd name="textAreaRight" fmla="*/ 5760 w 5400"/>
              <a:gd name="textAreaTop" fmla="*/ 0 h 2880"/>
              <a:gd name="textAreaBottom" fmla="*/ 3240 h 2880"/>
            </a:gdLst>
            <a:ahLst/>
            <a:cxnLst/>
            <a:rect l="textAreaLeft" t="textAreaTop" r="textAreaRight" b="textAreaBottom"/>
            <a:pathLst>
              <a:path w="51" h="3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7717320" cy="787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206;p24"/>
          <p:cNvPicPr/>
          <p:nvPr/>
        </p:nvPicPr>
        <p:blipFill>
          <a:blip r:embed="rId2"/>
          <a:srcRect l="420" r="-520"/>
          <a:stretch/>
        </p:blipFill>
        <p:spPr>
          <a:xfrm rot="5400000">
            <a:off x="1982520" y="-1990800"/>
            <a:ext cx="5188320" cy="915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" name="Google Shape;207;p24"/>
          <p:cNvPicPr/>
          <p:nvPr/>
        </p:nvPicPr>
        <p:blipFill>
          <a:blip r:embed="rId3">
            <a:alphaModFix amt="50000"/>
          </a:blip>
          <a:srcRect l="1158" r="46635" b="74946"/>
          <a:stretch/>
        </p:blipFill>
        <p:spPr>
          <a:xfrm rot="16200000" flipH="1">
            <a:off x="5928840" y="1921680"/>
            <a:ext cx="5146560" cy="128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2" name="Google Shape;208;p24"/>
          <p:cNvPicPr/>
          <p:nvPr/>
        </p:nvPicPr>
        <p:blipFill>
          <a:blip r:embed="rId3">
            <a:alphaModFix amt="50000"/>
          </a:blip>
          <a:srcRect l="42826" t="34159" r="14891" b="9626"/>
          <a:stretch/>
        </p:blipFill>
        <p:spPr>
          <a:xfrm rot="10800000" flipH="1">
            <a:off x="6480" y="2274840"/>
            <a:ext cx="4168080" cy="289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477440" y="444960"/>
            <a:ext cx="6189120" cy="1208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213;p25"/>
          <p:cNvPicPr/>
          <p:nvPr/>
        </p:nvPicPr>
        <p:blipFill>
          <a:blip r:embed="rId2"/>
          <a:srcRect l="-112" r="68722"/>
          <a:stretch/>
        </p:blipFill>
        <p:spPr>
          <a:xfrm rot="5400000">
            <a:off x="1961640" y="-2017080"/>
            <a:ext cx="5220720" cy="9143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5" name="Google Shape;214;p25"/>
          <p:cNvPicPr/>
          <p:nvPr/>
        </p:nvPicPr>
        <p:blipFill>
          <a:blip r:embed="rId3">
            <a:alphaModFix amt="50000"/>
          </a:blip>
          <a:srcRect l="25091" t="64070" r="46719" b="-15030"/>
          <a:stretch/>
        </p:blipFill>
        <p:spPr>
          <a:xfrm rot="5400000">
            <a:off x="5543280" y="174960"/>
            <a:ext cx="3763080" cy="341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1486080" y="444960"/>
            <a:ext cx="6171480" cy="1221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107" name="Google Shape;222;p25"/>
          <p:cNvPicPr/>
          <p:nvPr/>
        </p:nvPicPr>
        <p:blipFill>
          <a:blip r:embed="rId3">
            <a:alphaModFix amt="50000"/>
          </a:blip>
          <a:srcRect l="25091" t="15030" r="46719" b="74075"/>
          <a:stretch/>
        </p:blipFill>
        <p:spPr>
          <a:xfrm rot="5400000">
            <a:off x="-1624320" y="1577520"/>
            <a:ext cx="3912840" cy="757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224;p26"/>
          <p:cNvPicPr/>
          <p:nvPr/>
        </p:nvPicPr>
        <p:blipFill>
          <a:blip r:embed="rId2"/>
          <a:srcRect l="420" t="-242" r="-520" b="-242"/>
          <a:stretch/>
        </p:blipFill>
        <p:spPr>
          <a:xfrm rot="16200000" flipH="1">
            <a:off x="1983960" y="-2013120"/>
            <a:ext cx="5188320" cy="920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9" name="Google Shape;225;p26"/>
          <p:cNvPicPr/>
          <p:nvPr/>
        </p:nvPicPr>
        <p:blipFill>
          <a:blip r:embed="rId3">
            <a:alphaModFix amt="50000"/>
          </a:blip>
          <a:srcRect l="1158" r="46635" b="51446"/>
          <a:stretch/>
        </p:blipFill>
        <p:spPr>
          <a:xfrm rot="5400000">
            <a:off x="-1324800" y="1316520"/>
            <a:ext cx="5146560" cy="2499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Google Shape;226;p26"/>
          <p:cNvSpPr/>
          <p:nvPr/>
        </p:nvSpPr>
        <p:spPr>
          <a:xfrm>
            <a:off x="1339560" y="3344760"/>
            <a:ext cx="2160" cy="720"/>
          </a:xfrm>
          <a:custGeom>
            <a:avLst/>
            <a:gdLst>
              <a:gd name="textAreaLeft" fmla="*/ 0 w 2160"/>
              <a:gd name="textAreaRight" fmla="*/ 2520 w 21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1" name="Google Shape;227;p26"/>
          <p:cNvSpPr/>
          <p:nvPr/>
        </p:nvSpPr>
        <p:spPr>
          <a:xfrm>
            <a:off x="7544520" y="3535200"/>
            <a:ext cx="21960" cy="6480"/>
          </a:xfrm>
          <a:custGeom>
            <a:avLst/>
            <a:gdLst>
              <a:gd name="textAreaLeft" fmla="*/ 0 w 21960"/>
              <a:gd name="textAreaRight" fmla="*/ 22320 w 21960"/>
              <a:gd name="textAreaTop" fmla="*/ 0 h 6480"/>
              <a:gd name="textAreaBottom" fmla="*/ 6840 h 6480"/>
            </a:gdLst>
            <a:ahLst/>
            <a:cxnLst/>
            <a:rect l="textAreaLeft" t="textAreaTop" r="textAreaRight" b="textAreaBottom"/>
            <a:pathLst>
              <a:path w="202" h="61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2" name="Google Shape;228;p26"/>
          <p:cNvSpPr/>
          <p:nvPr/>
        </p:nvSpPr>
        <p:spPr>
          <a:xfrm>
            <a:off x="7567560" y="3541680"/>
            <a:ext cx="4320" cy="1800"/>
          </a:xfrm>
          <a:custGeom>
            <a:avLst/>
            <a:gdLst>
              <a:gd name="textAreaLeft" fmla="*/ 0 w 4320"/>
              <a:gd name="textAreaRight" fmla="*/ 4680 w 4320"/>
              <a:gd name="textAreaTop" fmla="*/ 0 h 1800"/>
              <a:gd name="textAreaBottom" fmla="*/ 2160 h 1800"/>
            </a:gdLst>
            <a:ahLst/>
            <a:cxnLst/>
            <a:rect l="textAreaLeft" t="textAreaTop" r="textAreaRight" b="textAreaBottom"/>
            <a:pathLst>
              <a:path w="41" h="2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239;p27"/>
          <p:cNvPicPr/>
          <p:nvPr/>
        </p:nvPicPr>
        <p:blipFill>
          <a:blip r:embed="rId2"/>
          <a:srcRect l="1525" t="2828" r="67003" b="2562"/>
          <a:stretch/>
        </p:blipFill>
        <p:spPr>
          <a:xfrm rot="5400000">
            <a:off x="1971000" y="-2064240"/>
            <a:ext cx="5233680" cy="9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5" name="Google Shape;240;p27"/>
          <p:cNvPicPr/>
          <p:nvPr/>
        </p:nvPicPr>
        <p:blipFill>
          <a:blip r:embed="rId3">
            <a:alphaModFix amt="50000"/>
          </a:blip>
          <a:srcRect l="10398" t="17263" r="28315" b="-125022"/>
          <a:stretch/>
        </p:blipFill>
        <p:spPr>
          <a:xfrm rot="5400000">
            <a:off x="2273040" y="-1877040"/>
            <a:ext cx="5137920" cy="8735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Google Shape;241;p27"/>
          <p:cNvSpPr/>
          <p:nvPr/>
        </p:nvSpPr>
        <p:spPr>
          <a:xfrm>
            <a:off x="1339560" y="3344760"/>
            <a:ext cx="2160" cy="720"/>
          </a:xfrm>
          <a:custGeom>
            <a:avLst/>
            <a:gdLst>
              <a:gd name="textAreaLeft" fmla="*/ 0 w 2160"/>
              <a:gd name="textAreaRight" fmla="*/ 2520 w 21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7" name="Google Shape;242;p27"/>
          <p:cNvSpPr/>
          <p:nvPr/>
        </p:nvSpPr>
        <p:spPr>
          <a:xfrm>
            <a:off x="7544520" y="3535200"/>
            <a:ext cx="21960" cy="6480"/>
          </a:xfrm>
          <a:custGeom>
            <a:avLst/>
            <a:gdLst>
              <a:gd name="textAreaLeft" fmla="*/ 0 w 21960"/>
              <a:gd name="textAreaRight" fmla="*/ 22320 w 21960"/>
              <a:gd name="textAreaTop" fmla="*/ 0 h 6480"/>
              <a:gd name="textAreaBottom" fmla="*/ 6840 h 6480"/>
            </a:gdLst>
            <a:ahLst/>
            <a:cxnLst/>
            <a:rect l="textAreaLeft" t="textAreaTop" r="textAreaRight" b="textAreaBottom"/>
            <a:pathLst>
              <a:path w="202" h="61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8" name="Google Shape;243;p27"/>
          <p:cNvSpPr/>
          <p:nvPr/>
        </p:nvSpPr>
        <p:spPr>
          <a:xfrm>
            <a:off x="7567560" y="3541680"/>
            <a:ext cx="4320" cy="1800"/>
          </a:xfrm>
          <a:custGeom>
            <a:avLst/>
            <a:gdLst>
              <a:gd name="textAreaLeft" fmla="*/ 0 w 4320"/>
              <a:gd name="textAreaRight" fmla="*/ 4680 w 4320"/>
              <a:gd name="textAreaTop" fmla="*/ 0 h 1800"/>
              <a:gd name="textAreaBottom" fmla="*/ 2160 h 1800"/>
            </a:gdLst>
            <a:ahLst/>
            <a:cxnLst/>
            <a:rect l="textAreaLeft" t="textAreaTop" r="textAreaRight" b="textAreaBottom"/>
            <a:pathLst>
              <a:path w="41" h="2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9" name="Google Shape;244;p27"/>
          <p:cNvSpPr/>
          <p:nvPr/>
        </p:nvSpPr>
        <p:spPr>
          <a:xfrm>
            <a:off x="7572960" y="3543840"/>
            <a:ext cx="5400" cy="2880"/>
          </a:xfrm>
          <a:custGeom>
            <a:avLst/>
            <a:gdLst>
              <a:gd name="textAreaLeft" fmla="*/ 0 w 5400"/>
              <a:gd name="textAreaRight" fmla="*/ 5760 w 5400"/>
              <a:gd name="textAreaTop" fmla="*/ 0 h 2880"/>
              <a:gd name="textAreaBottom" fmla="*/ 3240 h 2880"/>
            </a:gdLst>
            <a:ahLst/>
            <a:cxnLst/>
            <a:rect l="textAreaLeft" t="textAreaTop" r="textAreaRight" b="textAreaBottom"/>
            <a:pathLst>
              <a:path w="51" h="3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0" name="Google Shape;245;p27"/>
          <p:cNvSpPr/>
          <p:nvPr/>
        </p:nvSpPr>
        <p:spPr>
          <a:xfrm>
            <a:off x="1339920" y="3348720"/>
            <a:ext cx="2160" cy="720"/>
          </a:xfrm>
          <a:custGeom>
            <a:avLst/>
            <a:gdLst>
              <a:gd name="textAreaLeft" fmla="*/ 0 w 2160"/>
              <a:gd name="textAreaRight" fmla="*/ 2520 w 21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1" name="Google Shape;246;p27"/>
          <p:cNvSpPr/>
          <p:nvPr/>
        </p:nvSpPr>
        <p:spPr>
          <a:xfrm>
            <a:off x="7544520" y="3538800"/>
            <a:ext cx="21960" cy="6480"/>
          </a:xfrm>
          <a:custGeom>
            <a:avLst/>
            <a:gdLst>
              <a:gd name="textAreaLeft" fmla="*/ 0 w 21960"/>
              <a:gd name="textAreaRight" fmla="*/ 22320 w 21960"/>
              <a:gd name="textAreaTop" fmla="*/ 0 h 6480"/>
              <a:gd name="textAreaBottom" fmla="*/ 6840 h 6480"/>
            </a:gdLst>
            <a:ahLst/>
            <a:cxnLst/>
            <a:rect l="textAreaLeft" t="textAreaTop" r="textAreaRight" b="textAreaBottom"/>
            <a:pathLst>
              <a:path w="202" h="61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2" name="Google Shape;247;p27"/>
          <p:cNvSpPr/>
          <p:nvPr/>
        </p:nvSpPr>
        <p:spPr>
          <a:xfrm>
            <a:off x="7567560" y="3545280"/>
            <a:ext cx="4320" cy="1800"/>
          </a:xfrm>
          <a:custGeom>
            <a:avLst/>
            <a:gdLst>
              <a:gd name="textAreaLeft" fmla="*/ 0 w 4320"/>
              <a:gd name="textAreaRight" fmla="*/ 4680 w 4320"/>
              <a:gd name="textAreaTop" fmla="*/ 0 h 1800"/>
              <a:gd name="textAreaBottom" fmla="*/ 2160 h 1800"/>
            </a:gdLst>
            <a:ahLst/>
            <a:cxnLst/>
            <a:rect l="textAreaLeft" t="textAreaTop" r="textAreaRight" b="textAreaBottom"/>
            <a:pathLst>
              <a:path w="41" h="2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3" name="Google Shape;248;p27"/>
          <p:cNvSpPr/>
          <p:nvPr/>
        </p:nvSpPr>
        <p:spPr>
          <a:xfrm>
            <a:off x="7572960" y="3547440"/>
            <a:ext cx="5400" cy="2880"/>
          </a:xfrm>
          <a:custGeom>
            <a:avLst/>
            <a:gdLst>
              <a:gd name="textAreaLeft" fmla="*/ 0 w 5400"/>
              <a:gd name="textAreaRight" fmla="*/ 5760 w 5400"/>
              <a:gd name="textAreaTop" fmla="*/ 0 h 2880"/>
              <a:gd name="textAreaBottom" fmla="*/ 3240 h 2880"/>
            </a:gdLst>
            <a:ahLst/>
            <a:cxnLst/>
            <a:rect l="textAreaLeft" t="textAreaTop" r="textAreaRight" b="textAreaBottom"/>
            <a:pathLst>
              <a:path w="51" h="3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263;p28"/>
          <p:cNvGrpSpPr/>
          <p:nvPr/>
        </p:nvGrpSpPr>
        <p:grpSpPr>
          <a:xfrm>
            <a:off x="-1440" y="-6840"/>
            <a:ext cx="9156240" cy="5181120"/>
            <a:chOff x="-1440" y="-6840"/>
            <a:chExt cx="9156240" cy="5181120"/>
          </a:xfrm>
        </p:grpSpPr>
        <p:pic>
          <p:nvPicPr>
            <p:cNvPr id="126" name="Google Shape;264;p28"/>
            <p:cNvPicPr/>
            <p:nvPr/>
          </p:nvPicPr>
          <p:blipFill>
            <a:blip r:embed="rId2">
              <a:alphaModFix amt="80000"/>
            </a:blip>
            <a:srcRect l="5275" r="44373"/>
            <a:stretch/>
          </p:blipFill>
          <p:spPr>
            <a:xfrm rot="5400000" flipH="1">
              <a:off x="3238560" y="-741960"/>
              <a:ext cx="2676240" cy="9156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27" name="Google Shape;265;p28"/>
            <p:cNvPicPr/>
            <p:nvPr/>
          </p:nvPicPr>
          <p:blipFill>
            <a:blip r:embed="rId2">
              <a:alphaModFix amt="80000"/>
            </a:blip>
            <a:srcRect l="3991" r="46660"/>
            <a:stretch/>
          </p:blipFill>
          <p:spPr>
            <a:xfrm rot="5400000">
              <a:off x="3297960" y="-3306240"/>
              <a:ext cx="2557080" cy="915624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128" name="Google Shape;266;p28"/>
          <p:cNvPicPr/>
          <p:nvPr/>
        </p:nvPicPr>
        <p:blipFill>
          <a:blip r:embed="rId3">
            <a:alphaModFix amt="50000"/>
          </a:blip>
          <a:srcRect l="1158" r="46635" b="74688"/>
          <a:stretch/>
        </p:blipFill>
        <p:spPr>
          <a:xfrm rot="16200000" flipH="1">
            <a:off x="5935320" y="1915200"/>
            <a:ext cx="5146560" cy="130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885960" y="1731960"/>
            <a:ext cx="2237760" cy="888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DM Sans ExtraBold"/>
                <a:ea typeface="DM Sans ExtraBold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title"/>
          </p:nvPr>
        </p:nvSpPr>
        <p:spPr>
          <a:xfrm>
            <a:off x="3453120" y="1731960"/>
            <a:ext cx="2237760" cy="888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DM Sans ExtraBold"/>
                <a:ea typeface="DM Sans ExtraBold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title"/>
          </p:nvPr>
        </p:nvSpPr>
        <p:spPr>
          <a:xfrm>
            <a:off x="6019920" y="1731960"/>
            <a:ext cx="2237760" cy="888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DM Sans ExtraBold"/>
                <a:ea typeface="DM Sans ExtraBold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274;p29"/>
          <p:cNvPicPr/>
          <p:nvPr/>
        </p:nvPicPr>
        <p:blipFill>
          <a:blip r:embed="rId2"/>
          <a:srcRect l="420" r="-500"/>
          <a:stretch/>
        </p:blipFill>
        <p:spPr>
          <a:xfrm rot="5400000" flipH="1">
            <a:off x="1964520" y="-2008080"/>
            <a:ext cx="5223960" cy="915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3" name="Google Shape;275;p29"/>
          <p:cNvPicPr/>
          <p:nvPr/>
        </p:nvPicPr>
        <p:blipFill>
          <a:blip r:embed="rId3">
            <a:alphaModFix amt="50000"/>
          </a:blip>
          <a:srcRect l="1158" r="46635" b="83538"/>
          <a:stretch/>
        </p:blipFill>
        <p:spPr>
          <a:xfrm rot="16200000">
            <a:off x="6176520" y="2185200"/>
            <a:ext cx="5146560" cy="84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Google Shape;276;p29"/>
          <p:cNvSpPr/>
          <p:nvPr/>
        </p:nvSpPr>
        <p:spPr>
          <a:xfrm>
            <a:off x="1339560" y="3344760"/>
            <a:ext cx="2160" cy="720"/>
          </a:xfrm>
          <a:custGeom>
            <a:avLst/>
            <a:gdLst>
              <a:gd name="textAreaLeft" fmla="*/ 0 w 2160"/>
              <a:gd name="textAreaRight" fmla="*/ 2520 w 21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5" name="Google Shape;277;p29"/>
          <p:cNvSpPr/>
          <p:nvPr/>
        </p:nvSpPr>
        <p:spPr>
          <a:xfrm>
            <a:off x="7544520" y="3535200"/>
            <a:ext cx="21960" cy="6480"/>
          </a:xfrm>
          <a:custGeom>
            <a:avLst/>
            <a:gdLst>
              <a:gd name="textAreaLeft" fmla="*/ 0 w 21960"/>
              <a:gd name="textAreaRight" fmla="*/ 22320 w 21960"/>
              <a:gd name="textAreaTop" fmla="*/ 0 h 6480"/>
              <a:gd name="textAreaBottom" fmla="*/ 6840 h 6480"/>
            </a:gdLst>
            <a:ahLst/>
            <a:cxnLst/>
            <a:rect l="textAreaLeft" t="textAreaTop" r="textAreaRight" b="textAreaBottom"/>
            <a:pathLst>
              <a:path w="202" h="61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6" name="Google Shape;278;p29"/>
          <p:cNvSpPr/>
          <p:nvPr/>
        </p:nvSpPr>
        <p:spPr>
          <a:xfrm>
            <a:off x="7567560" y="3541680"/>
            <a:ext cx="4320" cy="1800"/>
          </a:xfrm>
          <a:custGeom>
            <a:avLst/>
            <a:gdLst>
              <a:gd name="textAreaLeft" fmla="*/ 0 w 4320"/>
              <a:gd name="textAreaRight" fmla="*/ 4680 w 4320"/>
              <a:gd name="textAreaTop" fmla="*/ 0 h 1800"/>
              <a:gd name="textAreaBottom" fmla="*/ 2160 h 1800"/>
            </a:gdLst>
            <a:ahLst/>
            <a:cxnLst/>
            <a:rect l="textAreaLeft" t="textAreaTop" r="textAreaRight" b="textAreaBottom"/>
            <a:pathLst>
              <a:path w="41" h="2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7" name="Google Shape;279;p29"/>
          <p:cNvSpPr/>
          <p:nvPr/>
        </p:nvSpPr>
        <p:spPr>
          <a:xfrm>
            <a:off x="7572960" y="3543840"/>
            <a:ext cx="5400" cy="2880"/>
          </a:xfrm>
          <a:custGeom>
            <a:avLst/>
            <a:gdLst>
              <a:gd name="textAreaLeft" fmla="*/ 0 w 5400"/>
              <a:gd name="textAreaRight" fmla="*/ 5760 w 5400"/>
              <a:gd name="textAreaTop" fmla="*/ 0 h 2880"/>
              <a:gd name="textAreaBottom" fmla="*/ 3240 h 2880"/>
            </a:gdLst>
            <a:ahLst/>
            <a:cxnLst/>
            <a:rect l="textAreaLeft" t="textAreaTop" r="textAreaRight" b="textAreaBottom"/>
            <a:pathLst>
              <a:path w="51" h="3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8" name="Google Shape;280;p29"/>
          <p:cNvSpPr/>
          <p:nvPr/>
        </p:nvSpPr>
        <p:spPr>
          <a:xfrm>
            <a:off x="1339920" y="3348720"/>
            <a:ext cx="2160" cy="720"/>
          </a:xfrm>
          <a:custGeom>
            <a:avLst/>
            <a:gdLst>
              <a:gd name="textAreaLeft" fmla="*/ 0 w 2160"/>
              <a:gd name="textAreaRight" fmla="*/ 2520 w 21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9" name="Google Shape;281;p29"/>
          <p:cNvSpPr/>
          <p:nvPr/>
        </p:nvSpPr>
        <p:spPr>
          <a:xfrm>
            <a:off x="7544520" y="3538800"/>
            <a:ext cx="21960" cy="6480"/>
          </a:xfrm>
          <a:custGeom>
            <a:avLst/>
            <a:gdLst>
              <a:gd name="textAreaLeft" fmla="*/ 0 w 21960"/>
              <a:gd name="textAreaRight" fmla="*/ 22320 w 21960"/>
              <a:gd name="textAreaTop" fmla="*/ 0 h 6480"/>
              <a:gd name="textAreaBottom" fmla="*/ 6840 h 6480"/>
            </a:gdLst>
            <a:ahLst/>
            <a:cxnLst/>
            <a:rect l="textAreaLeft" t="textAreaTop" r="textAreaRight" b="textAreaBottom"/>
            <a:pathLst>
              <a:path w="202" h="61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0" name="Google Shape;282;p29"/>
          <p:cNvSpPr/>
          <p:nvPr/>
        </p:nvSpPr>
        <p:spPr>
          <a:xfrm>
            <a:off x="7567560" y="3545280"/>
            <a:ext cx="4320" cy="1800"/>
          </a:xfrm>
          <a:custGeom>
            <a:avLst/>
            <a:gdLst>
              <a:gd name="textAreaLeft" fmla="*/ 0 w 4320"/>
              <a:gd name="textAreaRight" fmla="*/ 4680 w 4320"/>
              <a:gd name="textAreaTop" fmla="*/ 0 h 1800"/>
              <a:gd name="textAreaBottom" fmla="*/ 2160 h 1800"/>
            </a:gdLst>
            <a:ahLst/>
            <a:cxnLst/>
            <a:rect l="textAreaLeft" t="textAreaTop" r="textAreaRight" b="textAreaBottom"/>
            <a:pathLst>
              <a:path w="41" h="2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1" name="Google Shape;283;p29"/>
          <p:cNvSpPr/>
          <p:nvPr/>
        </p:nvSpPr>
        <p:spPr>
          <a:xfrm>
            <a:off x="7572960" y="3547440"/>
            <a:ext cx="5400" cy="2880"/>
          </a:xfrm>
          <a:custGeom>
            <a:avLst/>
            <a:gdLst>
              <a:gd name="textAreaLeft" fmla="*/ 0 w 5400"/>
              <a:gd name="textAreaRight" fmla="*/ 5760 w 5400"/>
              <a:gd name="textAreaTop" fmla="*/ 0 h 2880"/>
              <a:gd name="textAreaBottom" fmla="*/ 3240 h 2880"/>
            </a:gdLst>
            <a:ahLst/>
            <a:cxnLst/>
            <a:rect l="textAreaLeft" t="textAreaTop" r="textAreaRight" b="textAreaBottom"/>
            <a:pathLst>
              <a:path w="51" h="3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996480" y="2821680"/>
            <a:ext cx="2057040" cy="532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DM Sans ExtraBold"/>
                <a:ea typeface="DM Sans ExtraBold"/>
              </a:rPr>
              <a:t>xx%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title"/>
          </p:nvPr>
        </p:nvSpPr>
        <p:spPr>
          <a:xfrm>
            <a:off x="3543480" y="2821680"/>
            <a:ext cx="2057040" cy="532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DM Sans ExtraBold"/>
                <a:ea typeface="DM Sans ExtraBold"/>
              </a:rPr>
              <a:t>xx%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title"/>
          </p:nvPr>
        </p:nvSpPr>
        <p:spPr>
          <a:xfrm>
            <a:off x="6090120" y="2821680"/>
            <a:ext cx="2057040" cy="532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DM Sans ExtraBold"/>
                <a:ea typeface="DM Sans ExtraBold"/>
              </a:rPr>
              <a:t>xx%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4"/>
          <p:cNvSpPr>
            <a:spLocks noGrp="1"/>
          </p:cNvSpPr>
          <p:nvPr>
            <p:ph type="title"/>
          </p:nvPr>
        </p:nvSpPr>
        <p:spPr>
          <a:xfrm>
            <a:off x="720000" y="450360"/>
            <a:ext cx="7703640" cy="567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146" name="Google Shape;294;p29"/>
          <p:cNvPicPr/>
          <p:nvPr/>
        </p:nvPicPr>
        <p:blipFill>
          <a:blip r:embed="rId3">
            <a:alphaModFix amt="50000"/>
          </a:blip>
          <a:srcRect l="1158" r="46635" b="83538"/>
          <a:stretch/>
        </p:blipFill>
        <p:spPr>
          <a:xfrm rot="5400000" flipH="1">
            <a:off x="-2149560" y="2185200"/>
            <a:ext cx="5146560" cy="8467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296;p30"/>
          <p:cNvPicPr/>
          <p:nvPr/>
        </p:nvPicPr>
        <p:blipFill>
          <a:blip r:embed="rId2"/>
          <a:srcRect l="-2502" t="-2753" r="-2693" b="-2753"/>
          <a:stretch/>
        </p:blipFill>
        <p:spPr>
          <a:xfrm rot="10800000">
            <a:off x="-253440" y="-148320"/>
            <a:ext cx="9647640" cy="5432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8" name="Google Shape;297;p30"/>
          <p:cNvPicPr/>
          <p:nvPr/>
        </p:nvPicPr>
        <p:blipFill>
          <a:blip r:embed="rId3">
            <a:alphaModFix amt="50000"/>
          </a:blip>
          <a:srcRect l="1030" r="6109"/>
          <a:stretch/>
        </p:blipFill>
        <p:spPr>
          <a:xfrm rot="10800000">
            <a:off x="360" y="-2520"/>
            <a:ext cx="9155880" cy="514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" name="Google Shape;298;p30"/>
          <p:cNvSpPr/>
          <p:nvPr/>
        </p:nvSpPr>
        <p:spPr>
          <a:xfrm>
            <a:off x="1339560" y="3344760"/>
            <a:ext cx="2160" cy="720"/>
          </a:xfrm>
          <a:custGeom>
            <a:avLst/>
            <a:gdLst>
              <a:gd name="textAreaLeft" fmla="*/ 0 w 2160"/>
              <a:gd name="textAreaRight" fmla="*/ 2520 w 21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0" name="Google Shape;299;p30"/>
          <p:cNvSpPr/>
          <p:nvPr/>
        </p:nvSpPr>
        <p:spPr>
          <a:xfrm>
            <a:off x="7544520" y="3535200"/>
            <a:ext cx="21960" cy="6480"/>
          </a:xfrm>
          <a:custGeom>
            <a:avLst/>
            <a:gdLst>
              <a:gd name="textAreaLeft" fmla="*/ 0 w 21960"/>
              <a:gd name="textAreaRight" fmla="*/ 22320 w 21960"/>
              <a:gd name="textAreaTop" fmla="*/ 0 h 6480"/>
              <a:gd name="textAreaBottom" fmla="*/ 6840 h 6480"/>
            </a:gdLst>
            <a:ahLst/>
            <a:cxnLst/>
            <a:rect l="textAreaLeft" t="textAreaTop" r="textAreaRight" b="textAreaBottom"/>
            <a:pathLst>
              <a:path w="202" h="61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1" name="Google Shape;300;p30"/>
          <p:cNvSpPr/>
          <p:nvPr/>
        </p:nvSpPr>
        <p:spPr>
          <a:xfrm>
            <a:off x="7567560" y="3541680"/>
            <a:ext cx="4320" cy="1800"/>
          </a:xfrm>
          <a:custGeom>
            <a:avLst/>
            <a:gdLst>
              <a:gd name="textAreaLeft" fmla="*/ 0 w 4320"/>
              <a:gd name="textAreaRight" fmla="*/ 4680 w 4320"/>
              <a:gd name="textAreaTop" fmla="*/ 0 h 1800"/>
              <a:gd name="textAreaBottom" fmla="*/ 2160 h 1800"/>
            </a:gdLst>
            <a:ahLst/>
            <a:cxnLst/>
            <a:rect l="textAreaLeft" t="textAreaTop" r="textAreaRight" b="textAreaBottom"/>
            <a:pathLst>
              <a:path w="41" h="2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2" name="Google Shape;301;p30"/>
          <p:cNvSpPr/>
          <p:nvPr/>
        </p:nvSpPr>
        <p:spPr>
          <a:xfrm>
            <a:off x="7572960" y="3543840"/>
            <a:ext cx="5400" cy="2880"/>
          </a:xfrm>
          <a:custGeom>
            <a:avLst/>
            <a:gdLst>
              <a:gd name="textAreaLeft" fmla="*/ 0 w 5400"/>
              <a:gd name="textAreaRight" fmla="*/ 5760 w 5400"/>
              <a:gd name="textAreaTop" fmla="*/ 0 h 2880"/>
              <a:gd name="textAreaBottom" fmla="*/ 3240 h 2880"/>
            </a:gdLst>
            <a:ahLst/>
            <a:cxnLst/>
            <a:rect l="textAreaLeft" t="textAreaTop" r="textAreaRight" b="textAreaBottom"/>
            <a:pathLst>
              <a:path w="51" h="3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3" name="Google Shape;302;p30"/>
          <p:cNvSpPr/>
          <p:nvPr/>
        </p:nvSpPr>
        <p:spPr>
          <a:xfrm>
            <a:off x="1339920" y="3348720"/>
            <a:ext cx="2160" cy="720"/>
          </a:xfrm>
          <a:custGeom>
            <a:avLst/>
            <a:gdLst>
              <a:gd name="textAreaLeft" fmla="*/ 0 w 2160"/>
              <a:gd name="textAreaRight" fmla="*/ 2520 w 21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4" name="Google Shape;303;p30"/>
          <p:cNvSpPr/>
          <p:nvPr/>
        </p:nvSpPr>
        <p:spPr>
          <a:xfrm>
            <a:off x="7544520" y="3538800"/>
            <a:ext cx="21960" cy="6480"/>
          </a:xfrm>
          <a:custGeom>
            <a:avLst/>
            <a:gdLst>
              <a:gd name="textAreaLeft" fmla="*/ 0 w 21960"/>
              <a:gd name="textAreaRight" fmla="*/ 22320 w 21960"/>
              <a:gd name="textAreaTop" fmla="*/ 0 h 6480"/>
              <a:gd name="textAreaBottom" fmla="*/ 6840 h 6480"/>
            </a:gdLst>
            <a:ahLst/>
            <a:cxnLst/>
            <a:rect l="textAreaLeft" t="textAreaTop" r="textAreaRight" b="textAreaBottom"/>
            <a:pathLst>
              <a:path w="202" h="61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5" name="Google Shape;304;p30"/>
          <p:cNvSpPr/>
          <p:nvPr/>
        </p:nvSpPr>
        <p:spPr>
          <a:xfrm>
            <a:off x="7567560" y="3545280"/>
            <a:ext cx="4320" cy="1800"/>
          </a:xfrm>
          <a:custGeom>
            <a:avLst/>
            <a:gdLst>
              <a:gd name="textAreaLeft" fmla="*/ 0 w 4320"/>
              <a:gd name="textAreaRight" fmla="*/ 4680 w 4320"/>
              <a:gd name="textAreaTop" fmla="*/ 0 h 1800"/>
              <a:gd name="textAreaBottom" fmla="*/ 2160 h 1800"/>
            </a:gdLst>
            <a:ahLst/>
            <a:cxnLst/>
            <a:rect l="textAreaLeft" t="textAreaTop" r="textAreaRight" b="textAreaBottom"/>
            <a:pathLst>
              <a:path w="41" h="2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6" name="Google Shape;305;p30"/>
          <p:cNvSpPr/>
          <p:nvPr/>
        </p:nvSpPr>
        <p:spPr>
          <a:xfrm>
            <a:off x="7572960" y="3547440"/>
            <a:ext cx="5400" cy="2880"/>
          </a:xfrm>
          <a:custGeom>
            <a:avLst/>
            <a:gdLst>
              <a:gd name="textAreaLeft" fmla="*/ 0 w 5400"/>
              <a:gd name="textAreaRight" fmla="*/ 5760 w 5400"/>
              <a:gd name="textAreaTop" fmla="*/ 0 h 2880"/>
              <a:gd name="textAreaBottom" fmla="*/ 3240 h 2880"/>
            </a:gdLst>
            <a:ahLst/>
            <a:cxnLst/>
            <a:rect l="textAreaLeft" t="textAreaTop" r="textAreaRight" b="textAreaBottom"/>
            <a:pathLst>
              <a:path w="51" h="3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961560" y="655200"/>
            <a:ext cx="4475160" cy="1089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8" name="Google Shape;308;p30"/>
          <p:cNvSpPr/>
          <p:nvPr/>
        </p:nvSpPr>
        <p:spPr>
          <a:xfrm>
            <a:off x="713160" y="3670920"/>
            <a:ext cx="4971600" cy="52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CREDITS: This presentation template was created by </a:t>
            </a:r>
            <a:r>
              <a:rPr lang="en" sz="1200" b="1" u="sng" strike="noStrike">
                <a:solidFill>
                  <a:schemeClr val="hlink"/>
                </a:solidFill>
                <a:effectLst/>
                <a:uFillTx/>
                <a:latin typeface="Albert Sans"/>
                <a:ea typeface="Albert Sans"/>
                <a:hlinkClick r:id="rId4"/>
              </a:rPr>
              <a:t>Slidesgo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, and includes icons by </a:t>
            </a:r>
            <a:r>
              <a:rPr lang="en" sz="1200" b="1" u="sng" strike="noStrike">
                <a:solidFill>
                  <a:schemeClr val="hlink"/>
                </a:solidFill>
                <a:effectLst/>
                <a:uFillTx/>
                <a:latin typeface="Albert Sans"/>
                <a:ea typeface="Albert Sans"/>
                <a:hlinkClick r:id="rId5"/>
              </a:rPr>
              <a:t>Flaticon 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and infographics &amp; images by </a:t>
            </a:r>
            <a:r>
              <a:rPr lang="en" sz="1200" b="1" u="sng" strike="noStrike">
                <a:solidFill>
                  <a:schemeClr val="hlink"/>
                </a:solidFill>
                <a:effectLst/>
                <a:uFillTx/>
                <a:latin typeface="Albert Sans"/>
                <a:ea typeface="Albert Sans"/>
                <a:hlinkClick r:id="rId6"/>
              </a:rPr>
              <a:t>Freepik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20;p4"/>
          <p:cNvPicPr/>
          <p:nvPr/>
        </p:nvPicPr>
        <p:blipFill>
          <a:blip r:embed="rId2"/>
          <a:srcRect l="239" r="59"/>
          <a:stretch/>
        </p:blipFill>
        <p:spPr>
          <a:xfrm rot="10800000">
            <a:off x="-1800" y="-6480"/>
            <a:ext cx="9143640" cy="5149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" name="Google Shape;21;p4"/>
          <p:cNvPicPr/>
          <p:nvPr/>
        </p:nvPicPr>
        <p:blipFill>
          <a:blip r:embed="rId3">
            <a:alphaModFix amt="50000"/>
          </a:blip>
          <a:srcRect l="28399" r="7263"/>
          <a:stretch/>
        </p:blipFill>
        <p:spPr>
          <a:xfrm rot="10800000">
            <a:off x="2805840" y="-6480"/>
            <a:ext cx="6342840" cy="514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" name="Google Shape;22;p4"/>
          <p:cNvSpPr/>
          <p:nvPr/>
        </p:nvSpPr>
        <p:spPr>
          <a:xfrm>
            <a:off x="1339560" y="3344760"/>
            <a:ext cx="2160" cy="720"/>
          </a:xfrm>
          <a:custGeom>
            <a:avLst/>
            <a:gdLst>
              <a:gd name="textAreaLeft" fmla="*/ 0 w 2160"/>
              <a:gd name="textAreaRight" fmla="*/ 2520 w 21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2" name="Google Shape;23;p4"/>
          <p:cNvSpPr/>
          <p:nvPr/>
        </p:nvSpPr>
        <p:spPr>
          <a:xfrm>
            <a:off x="7544520" y="3535200"/>
            <a:ext cx="21960" cy="6480"/>
          </a:xfrm>
          <a:custGeom>
            <a:avLst/>
            <a:gdLst>
              <a:gd name="textAreaLeft" fmla="*/ 0 w 21960"/>
              <a:gd name="textAreaRight" fmla="*/ 22320 w 21960"/>
              <a:gd name="textAreaTop" fmla="*/ 0 h 6480"/>
              <a:gd name="textAreaBottom" fmla="*/ 6840 h 6480"/>
            </a:gdLst>
            <a:ahLst/>
            <a:cxnLst/>
            <a:rect l="textAreaLeft" t="textAreaTop" r="textAreaRight" b="textAreaBottom"/>
            <a:pathLst>
              <a:path w="202" h="61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3" name="Google Shape;24;p4"/>
          <p:cNvSpPr/>
          <p:nvPr/>
        </p:nvSpPr>
        <p:spPr>
          <a:xfrm>
            <a:off x="7567560" y="3541680"/>
            <a:ext cx="4320" cy="1800"/>
          </a:xfrm>
          <a:custGeom>
            <a:avLst/>
            <a:gdLst>
              <a:gd name="textAreaLeft" fmla="*/ 0 w 4320"/>
              <a:gd name="textAreaRight" fmla="*/ 4680 w 4320"/>
              <a:gd name="textAreaTop" fmla="*/ 0 h 1800"/>
              <a:gd name="textAreaBottom" fmla="*/ 2160 h 1800"/>
            </a:gdLst>
            <a:ahLst/>
            <a:cxnLst/>
            <a:rect l="textAreaLeft" t="textAreaTop" r="textAreaRight" b="textAreaBottom"/>
            <a:pathLst>
              <a:path w="41" h="2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4" name="Google Shape;25;p4"/>
          <p:cNvSpPr/>
          <p:nvPr/>
        </p:nvSpPr>
        <p:spPr>
          <a:xfrm>
            <a:off x="7572960" y="3543840"/>
            <a:ext cx="5400" cy="2880"/>
          </a:xfrm>
          <a:custGeom>
            <a:avLst/>
            <a:gdLst>
              <a:gd name="textAreaLeft" fmla="*/ 0 w 5400"/>
              <a:gd name="textAreaRight" fmla="*/ 5760 w 5400"/>
              <a:gd name="textAreaTop" fmla="*/ 0 h 2880"/>
              <a:gd name="textAreaBottom" fmla="*/ 3240 h 2880"/>
            </a:gdLst>
            <a:ahLst/>
            <a:cxnLst/>
            <a:rect l="textAreaLeft" t="textAreaTop" r="textAreaRight" b="textAreaBottom"/>
            <a:pathLst>
              <a:path w="51" h="3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5" name="Google Shape;26;p4"/>
          <p:cNvSpPr/>
          <p:nvPr/>
        </p:nvSpPr>
        <p:spPr>
          <a:xfrm>
            <a:off x="1339920" y="3348720"/>
            <a:ext cx="2160" cy="720"/>
          </a:xfrm>
          <a:custGeom>
            <a:avLst/>
            <a:gdLst>
              <a:gd name="textAreaLeft" fmla="*/ 0 w 2160"/>
              <a:gd name="textAreaRight" fmla="*/ 2520 w 21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6" name="Google Shape;27;p4"/>
          <p:cNvSpPr/>
          <p:nvPr/>
        </p:nvSpPr>
        <p:spPr>
          <a:xfrm>
            <a:off x="7544520" y="3538800"/>
            <a:ext cx="21960" cy="6480"/>
          </a:xfrm>
          <a:custGeom>
            <a:avLst/>
            <a:gdLst>
              <a:gd name="textAreaLeft" fmla="*/ 0 w 21960"/>
              <a:gd name="textAreaRight" fmla="*/ 22320 w 21960"/>
              <a:gd name="textAreaTop" fmla="*/ 0 h 6480"/>
              <a:gd name="textAreaBottom" fmla="*/ 6840 h 6480"/>
            </a:gdLst>
            <a:ahLst/>
            <a:cxnLst/>
            <a:rect l="textAreaLeft" t="textAreaTop" r="textAreaRight" b="textAreaBottom"/>
            <a:pathLst>
              <a:path w="202" h="61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7" name="Google Shape;28;p4"/>
          <p:cNvSpPr/>
          <p:nvPr/>
        </p:nvSpPr>
        <p:spPr>
          <a:xfrm>
            <a:off x="7567560" y="3545280"/>
            <a:ext cx="4320" cy="1800"/>
          </a:xfrm>
          <a:custGeom>
            <a:avLst/>
            <a:gdLst>
              <a:gd name="textAreaLeft" fmla="*/ 0 w 4320"/>
              <a:gd name="textAreaRight" fmla="*/ 4680 w 4320"/>
              <a:gd name="textAreaTop" fmla="*/ 0 h 1800"/>
              <a:gd name="textAreaBottom" fmla="*/ 2160 h 1800"/>
            </a:gdLst>
            <a:ahLst/>
            <a:cxnLst/>
            <a:rect l="textAreaLeft" t="textAreaTop" r="textAreaRight" b="textAreaBottom"/>
            <a:pathLst>
              <a:path w="41" h="2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8" name="Google Shape;29;p4"/>
          <p:cNvSpPr/>
          <p:nvPr/>
        </p:nvSpPr>
        <p:spPr>
          <a:xfrm>
            <a:off x="7572960" y="3547440"/>
            <a:ext cx="5400" cy="2880"/>
          </a:xfrm>
          <a:custGeom>
            <a:avLst/>
            <a:gdLst>
              <a:gd name="textAreaLeft" fmla="*/ 0 w 5400"/>
              <a:gd name="textAreaRight" fmla="*/ 5760 w 5400"/>
              <a:gd name="textAreaTop" fmla="*/ 0 h 2880"/>
              <a:gd name="textAreaBottom" fmla="*/ 3240 h 2880"/>
            </a:gdLst>
            <a:ahLst/>
            <a:cxnLst/>
            <a:rect l="textAreaLeft" t="textAreaTop" r="textAreaRight" b="textAreaBottom"/>
            <a:pathLst>
              <a:path w="51" h="3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726480" y="1017720"/>
            <a:ext cx="7703640" cy="3550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310;p31"/>
          <p:cNvSpPr/>
          <p:nvPr/>
        </p:nvSpPr>
        <p:spPr>
          <a:xfrm>
            <a:off x="1339560" y="3344760"/>
            <a:ext cx="2160" cy="720"/>
          </a:xfrm>
          <a:custGeom>
            <a:avLst/>
            <a:gdLst>
              <a:gd name="textAreaLeft" fmla="*/ 0 w 2160"/>
              <a:gd name="textAreaRight" fmla="*/ 2520 w 21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2" name="Google Shape;311;p31"/>
          <p:cNvSpPr/>
          <p:nvPr/>
        </p:nvSpPr>
        <p:spPr>
          <a:xfrm>
            <a:off x="7544520" y="3535200"/>
            <a:ext cx="21960" cy="6480"/>
          </a:xfrm>
          <a:custGeom>
            <a:avLst/>
            <a:gdLst>
              <a:gd name="textAreaLeft" fmla="*/ 0 w 21960"/>
              <a:gd name="textAreaRight" fmla="*/ 22320 w 21960"/>
              <a:gd name="textAreaTop" fmla="*/ 0 h 6480"/>
              <a:gd name="textAreaBottom" fmla="*/ 6840 h 6480"/>
            </a:gdLst>
            <a:ahLst/>
            <a:cxnLst/>
            <a:rect l="textAreaLeft" t="textAreaTop" r="textAreaRight" b="textAreaBottom"/>
            <a:pathLst>
              <a:path w="202" h="61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3" name="Google Shape;312;p31"/>
          <p:cNvSpPr/>
          <p:nvPr/>
        </p:nvSpPr>
        <p:spPr>
          <a:xfrm>
            <a:off x="7567560" y="3541680"/>
            <a:ext cx="4320" cy="1800"/>
          </a:xfrm>
          <a:custGeom>
            <a:avLst/>
            <a:gdLst>
              <a:gd name="textAreaLeft" fmla="*/ 0 w 4320"/>
              <a:gd name="textAreaRight" fmla="*/ 4680 w 4320"/>
              <a:gd name="textAreaTop" fmla="*/ 0 h 1800"/>
              <a:gd name="textAreaBottom" fmla="*/ 2160 h 1800"/>
            </a:gdLst>
            <a:ahLst/>
            <a:cxnLst/>
            <a:rect l="textAreaLeft" t="textAreaTop" r="textAreaRight" b="textAreaBottom"/>
            <a:pathLst>
              <a:path w="41" h="2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74" name="Google Shape;313;p31"/>
          <p:cNvPicPr/>
          <p:nvPr/>
        </p:nvPicPr>
        <p:blipFill>
          <a:blip r:embed="rId2"/>
          <a:srcRect l="414" r="553"/>
          <a:stretch/>
        </p:blipFill>
        <p:spPr>
          <a:xfrm rot="5400000" flipH="1">
            <a:off x="1982520" y="-1990440"/>
            <a:ext cx="5188320" cy="915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5" name="Google Shape;314;p31"/>
          <p:cNvPicPr/>
          <p:nvPr/>
        </p:nvPicPr>
        <p:blipFill>
          <a:blip r:embed="rId3">
            <a:alphaModFix amt="50000"/>
          </a:blip>
          <a:srcRect l="1158" r="46635" b="83538"/>
          <a:stretch/>
        </p:blipFill>
        <p:spPr>
          <a:xfrm rot="16200000">
            <a:off x="6176520" y="2185200"/>
            <a:ext cx="5146560" cy="846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6" name="Google Shape;315;p31"/>
          <p:cNvPicPr/>
          <p:nvPr/>
        </p:nvPicPr>
        <p:blipFill>
          <a:blip r:embed="rId3">
            <a:alphaModFix amt="50000"/>
          </a:blip>
          <a:srcRect l="1158" r="46635" b="83538"/>
          <a:stretch/>
        </p:blipFill>
        <p:spPr>
          <a:xfrm rot="5400000" flipH="1">
            <a:off x="-2149560" y="2185200"/>
            <a:ext cx="5146560" cy="8467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317;p32"/>
          <p:cNvPicPr/>
          <p:nvPr/>
        </p:nvPicPr>
        <p:blipFill>
          <a:blip r:embed="rId2"/>
          <a:srcRect l="392" r="68538"/>
          <a:stretch/>
        </p:blipFill>
        <p:spPr>
          <a:xfrm rot="5400000">
            <a:off x="1981440" y="-1997640"/>
            <a:ext cx="5181480" cy="9143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8" name="Google Shape;318;p32"/>
          <p:cNvPicPr/>
          <p:nvPr/>
        </p:nvPicPr>
        <p:blipFill>
          <a:blip r:embed="rId3">
            <a:alphaModFix amt="50000"/>
          </a:blip>
          <a:srcRect l="10398" t="7567" r="28315" b="-125040"/>
          <a:stretch/>
        </p:blipFill>
        <p:spPr>
          <a:xfrm rot="5400000">
            <a:off x="2003040" y="-2000160"/>
            <a:ext cx="5137920" cy="9143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33;p5"/>
          <p:cNvPicPr/>
          <p:nvPr/>
        </p:nvPicPr>
        <p:blipFill>
          <a:blip r:embed="rId2"/>
          <a:srcRect l="414" r="682"/>
          <a:stretch/>
        </p:blipFill>
        <p:spPr>
          <a:xfrm rot="5400000" flipH="1">
            <a:off x="1982520" y="-1990440"/>
            <a:ext cx="5188320" cy="915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0" name="Google Shape;34;p5"/>
          <p:cNvPicPr/>
          <p:nvPr/>
        </p:nvPicPr>
        <p:blipFill>
          <a:blip r:embed="rId3">
            <a:alphaModFix amt="50000"/>
          </a:blip>
          <a:srcRect l="15469" t="51390" r="5793" b="-7602"/>
          <a:stretch/>
        </p:blipFill>
        <p:spPr>
          <a:xfrm>
            <a:off x="0" y="-69120"/>
            <a:ext cx="7763400" cy="289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1" name="Google Shape;35;p5"/>
          <p:cNvSpPr/>
          <p:nvPr/>
        </p:nvSpPr>
        <p:spPr>
          <a:xfrm>
            <a:off x="1339560" y="3344760"/>
            <a:ext cx="2160" cy="720"/>
          </a:xfrm>
          <a:custGeom>
            <a:avLst/>
            <a:gdLst>
              <a:gd name="textAreaLeft" fmla="*/ 0 w 2160"/>
              <a:gd name="textAreaRight" fmla="*/ 2520 w 21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2" name="Google Shape;36;p5"/>
          <p:cNvSpPr/>
          <p:nvPr/>
        </p:nvSpPr>
        <p:spPr>
          <a:xfrm>
            <a:off x="7544520" y="3535200"/>
            <a:ext cx="21960" cy="6480"/>
          </a:xfrm>
          <a:custGeom>
            <a:avLst/>
            <a:gdLst>
              <a:gd name="textAreaLeft" fmla="*/ 0 w 21960"/>
              <a:gd name="textAreaRight" fmla="*/ 22320 w 21960"/>
              <a:gd name="textAreaTop" fmla="*/ 0 h 6480"/>
              <a:gd name="textAreaBottom" fmla="*/ 6840 h 6480"/>
            </a:gdLst>
            <a:ahLst/>
            <a:cxnLst/>
            <a:rect l="textAreaLeft" t="textAreaTop" r="textAreaRight" b="textAreaBottom"/>
            <a:pathLst>
              <a:path w="202" h="61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3" name="Google Shape;37;p5"/>
          <p:cNvSpPr/>
          <p:nvPr/>
        </p:nvSpPr>
        <p:spPr>
          <a:xfrm>
            <a:off x="7567560" y="3541680"/>
            <a:ext cx="4320" cy="1800"/>
          </a:xfrm>
          <a:custGeom>
            <a:avLst/>
            <a:gdLst>
              <a:gd name="textAreaLeft" fmla="*/ 0 w 4320"/>
              <a:gd name="textAreaRight" fmla="*/ 4680 w 4320"/>
              <a:gd name="textAreaTop" fmla="*/ 0 h 1800"/>
              <a:gd name="textAreaBottom" fmla="*/ 2160 h 1800"/>
            </a:gdLst>
            <a:ahLst/>
            <a:cxnLst/>
            <a:rect l="textAreaLeft" t="textAreaTop" r="textAreaRight" b="textAreaBottom"/>
            <a:pathLst>
              <a:path w="41" h="2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4" name="Google Shape;38;p5"/>
          <p:cNvSpPr/>
          <p:nvPr/>
        </p:nvSpPr>
        <p:spPr>
          <a:xfrm>
            <a:off x="7572960" y="3543840"/>
            <a:ext cx="5400" cy="2880"/>
          </a:xfrm>
          <a:custGeom>
            <a:avLst/>
            <a:gdLst>
              <a:gd name="textAreaLeft" fmla="*/ 0 w 5400"/>
              <a:gd name="textAreaRight" fmla="*/ 5760 w 5400"/>
              <a:gd name="textAreaTop" fmla="*/ 0 h 2880"/>
              <a:gd name="textAreaBottom" fmla="*/ 3240 h 2880"/>
            </a:gdLst>
            <a:ahLst/>
            <a:cxnLst/>
            <a:rect l="textAreaLeft" t="textAreaTop" r="textAreaRight" b="textAreaBottom"/>
            <a:pathLst>
              <a:path w="51" h="3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5" name="Google Shape;39;p5"/>
          <p:cNvSpPr/>
          <p:nvPr/>
        </p:nvSpPr>
        <p:spPr>
          <a:xfrm>
            <a:off x="1339920" y="3348720"/>
            <a:ext cx="2160" cy="720"/>
          </a:xfrm>
          <a:custGeom>
            <a:avLst/>
            <a:gdLst>
              <a:gd name="textAreaLeft" fmla="*/ 0 w 2160"/>
              <a:gd name="textAreaRight" fmla="*/ 2520 w 21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6" name="Google Shape;40;p5"/>
          <p:cNvSpPr/>
          <p:nvPr/>
        </p:nvSpPr>
        <p:spPr>
          <a:xfrm>
            <a:off x="7544520" y="3538800"/>
            <a:ext cx="21960" cy="6480"/>
          </a:xfrm>
          <a:custGeom>
            <a:avLst/>
            <a:gdLst>
              <a:gd name="textAreaLeft" fmla="*/ 0 w 21960"/>
              <a:gd name="textAreaRight" fmla="*/ 22320 w 21960"/>
              <a:gd name="textAreaTop" fmla="*/ 0 h 6480"/>
              <a:gd name="textAreaBottom" fmla="*/ 6840 h 6480"/>
            </a:gdLst>
            <a:ahLst/>
            <a:cxnLst/>
            <a:rect l="textAreaLeft" t="textAreaTop" r="textAreaRight" b="textAreaBottom"/>
            <a:pathLst>
              <a:path w="202" h="61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7" name="Google Shape;41;p5"/>
          <p:cNvSpPr/>
          <p:nvPr/>
        </p:nvSpPr>
        <p:spPr>
          <a:xfrm>
            <a:off x="7567560" y="3545280"/>
            <a:ext cx="4320" cy="1800"/>
          </a:xfrm>
          <a:custGeom>
            <a:avLst/>
            <a:gdLst>
              <a:gd name="textAreaLeft" fmla="*/ 0 w 4320"/>
              <a:gd name="textAreaRight" fmla="*/ 4680 w 4320"/>
              <a:gd name="textAreaTop" fmla="*/ 0 h 1800"/>
              <a:gd name="textAreaBottom" fmla="*/ 2160 h 1800"/>
            </a:gdLst>
            <a:ahLst/>
            <a:cxnLst/>
            <a:rect l="textAreaLeft" t="textAreaTop" r="textAreaRight" b="textAreaBottom"/>
            <a:pathLst>
              <a:path w="41" h="2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8" name="Google Shape;42;p5"/>
          <p:cNvSpPr/>
          <p:nvPr/>
        </p:nvSpPr>
        <p:spPr>
          <a:xfrm>
            <a:off x="7572960" y="3547440"/>
            <a:ext cx="5400" cy="2880"/>
          </a:xfrm>
          <a:custGeom>
            <a:avLst/>
            <a:gdLst>
              <a:gd name="textAreaLeft" fmla="*/ 0 w 5400"/>
              <a:gd name="textAreaRight" fmla="*/ 5760 w 5400"/>
              <a:gd name="textAreaTop" fmla="*/ 0 h 2880"/>
              <a:gd name="textAreaBottom" fmla="*/ 3240 h 2880"/>
            </a:gdLst>
            <a:ahLst/>
            <a:cxnLst/>
            <a:rect l="textAreaLeft" t="textAreaTop" r="textAreaRight" b="textAreaBottom"/>
            <a:pathLst>
              <a:path w="51" h="3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49;p6"/>
          <p:cNvPicPr/>
          <p:nvPr/>
        </p:nvPicPr>
        <p:blipFill>
          <a:blip r:embed="rId2"/>
          <a:srcRect l="420" r="-671"/>
          <a:stretch/>
        </p:blipFill>
        <p:spPr>
          <a:xfrm rot="5400000" flipH="1">
            <a:off x="1955160" y="-2017800"/>
            <a:ext cx="5243040" cy="915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1" name="Google Shape;50;p6"/>
          <p:cNvPicPr/>
          <p:nvPr/>
        </p:nvPicPr>
        <p:blipFill>
          <a:blip r:embed="rId3">
            <a:alphaModFix amt="50000"/>
          </a:blip>
          <a:srcRect l="1158" r="46635" b="83855"/>
          <a:stretch/>
        </p:blipFill>
        <p:spPr>
          <a:xfrm rot="16200000">
            <a:off x="6168240" y="2193120"/>
            <a:ext cx="5146560" cy="830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2" name="Google Shape;51;p6"/>
          <p:cNvPicPr/>
          <p:nvPr/>
        </p:nvPicPr>
        <p:blipFill>
          <a:blip r:embed="rId3">
            <a:alphaModFix amt="50000"/>
          </a:blip>
          <a:srcRect l="15469" t="60441" r="5793" b="-7605"/>
          <a:stretch/>
        </p:blipFill>
        <p:spPr>
          <a:xfrm>
            <a:off x="0" y="0"/>
            <a:ext cx="7763400" cy="242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" name="Google Shape;52;p6"/>
          <p:cNvSpPr/>
          <p:nvPr/>
        </p:nvSpPr>
        <p:spPr>
          <a:xfrm>
            <a:off x="1339560" y="3344760"/>
            <a:ext cx="2160" cy="720"/>
          </a:xfrm>
          <a:custGeom>
            <a:avLst/>
            <a:gdLst>
              <a:gd name="textAreaLeft" fmla="*/ 0 w 2160"/>
              <a:gd name="textAreaRight" fmla="*/ 2520 w 21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4" name="Google Shape;53;p6"/>
          <p:cNvSpPr/>
          <p:nvPr/>
        </p:nvSpPr>
        <p:spPr>
          <a:xfrm>
            <a:off x="7544520" y="3535200"/>
            <a:ext cx="21960" cy="6480"/>
          </a:xfrm>
          <a:custGeom>
            <a:avLst/>
            <a:gdLst>
              <a:gd name="textAreaLeft" fmla="*/ 0 w 21960"/>
              <a:gd name="textAreaRight" fmla="*/ 22320 w 21960"/>
              <a:gd name="textAreaTop" fmla="*/ 0 h 6480"/>
              <a:gd name="textAreaBottom" fmla="*/ 6840 h 6480"/>
            </a:gdLst>
            <a:ahLst/>
            <a:cxnLst/>
            <a:rect l="textAreaLeft" t="textAreaTop" r="textAreaRight" b="textAreaBottom"/>
            <a:pathLst>
              <a:path w="202" h="61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5" name="Google Shape;54;p6"/>
          <p:cNvSpPr/>
          <p:nvPr/>
        </p:nvSpPr>
        <p:spPr>
          <a:xfrm>
            <a:off x="7567560" y="3541680"/>
            <a:ext cx="4320" cy="1800"/>
          </a:xfrm>
          <a:custGeom>
            <a:avLst/>
            <a:gdLst>
              <a:gd name="textAreaLeft" fmla="*/ 0 w 4320"/>
              <a:gd name="textAreaRight" fmla="*/ 4680 w 4320"/>
              <a:gd name="textAreaTop" fmla="*/ 0 h 1800"/>
              <a:gd name="textAreaBottom" fmla="*/ 2160 h 1800"/>
            </a:gdLst>
            <a:ahLst/>
            <a:cxnLst/>
            <a:rect l="textAreaLeft" t="textAreaTop" r="textAreaRight" b="textAreaBottom"/>
            <a:pathLst>
              <a:path w="41" h="2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57;p7"/>
          <p:cNvPicPr/>
          <p:nvPr/>
        </p:nvPicPr>
        <p:blipFill>
          <a:blip r:embed="rId2"/>
          <a:srcRect l="2006" t="1597" r="1085" b="1597"/>
          <a:stretch/>
        </p:blipFill>
        <p:spPr>
          <a:xfrm rot="5400000" flipH="1">
            <a:off x="1982520" y="-2006280"/>
            <a:ext cx="5188320" cy="9156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9" name="Google Shape;58;p7"/>
          <p:cNvSpPr/>
          <p:nvPr/>
        </p:nvSpPr>
        <p:spPr>
          <a:xfrm>
            <a:off x="1339560" y="3344760"/>
            <a:ext cx="2160" cy="720"/>
          </a:xfrm>
          <a:custGeom>
            <a:avLst/>
            <a:gdLst>
              <a:gd name="textAreaLeft" fmla="*/ 0 w 2160"/>
              <a:gd name="textAreaRight" fmla="*/ 2520 w 21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00" name="Google Shape;59;p7"/>
          <p:cNvSpPr/>
          <p:nvPr/>
        </p:nvSpPr>
        <p:spPr>
          <a:xfrm>
            <a:off x="7544520" y="3535200"/>
            <a:ext cx="21960" cy="6480"/>
          </a:xfrm>
          <a:custGeom>
            <a:avLst/>
            <a:gdLst>
              <a:gd name="textAreaLeft" fmla="*/ 0 w 21960"/>
              <a:gd name="textAreaRight" fmla="*/ 22320 w 21960"/>
              <a:gd name="textAreaTop" fmla="*/ 0 h 6480"/>
              <a:gd name="textAreaBottom" fmla="*/ 6840 h 6480"/>
            </a:gdLst>
            <a:ahLst/>
            <a:cxnLst/>
            <a:rect l="textAreaLeft" t="textAreaTop" r="textAreaRight" b="textAreaBottom"/>
            <a:pathLst>
              <a:path w="202" h="61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01" name="Google Shape;60;p7"/>
          <p:cNvSpPr/>
          <p:nvPr/>
        </p:nvSpPr>
        <p:spPr>
          <a:xfrm>
            <a:off x="7567560" y="3541680"/>
            <a:ext cx="4320" cy="1800"/>
          </a:xfrm>
          <a:custGeom>
            <a:avLst/>
            <a:gdLst>
              <a:gd name="textAreaLeft" fmla="*/ 0 w 4320"/>
              <a:gd name="textAreaRight" fmla="*/ 4680 w 4320"/>
              <a:gd name="textAreaTop" fmla="*/ 0 h 1800"/>
              <a:gd name="textAreaBottom" fmla="*/ 2160 h 1800"/>
            </a:gdLst>
            <a:ahLst/>
            <a:cxnLst/>
            <a:rect l="textAreaLeft" t="textAreaTop" r="textAreaRight" b="textAreaBottom"/>
            <a:pathLst>
              <a:path w="41" h="2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02" name="Google Shape;61;p7"/>
          <p:cNvSpPr/>
          <p:nvPr/>
        </p:nvSpPr>
        <p:spPr>
          <a:xfrm>
            <a:off x="7572960" y="3543840"/>
            <a:ext cx="5400" cy="2880"/>
          </a:xfrm>
          <a:custGeom>
            <a:avLst/>
            <a:gdLst>
              <a:gd name="textAreaLeft" fmla="*/ 0 w 5400"/>
              <a:gd name="textAreaRight" fmla="*/ 5760 w 5400"/>
              <a:gd name="textAreaTop" fmla="*/ 0 h 2880"/>
              <a:gd name="textAreaBottom" fmla="*/ 3240 h 2880"/>
            </a:gdLst>
            <a:ahLst/>
            <a:cxnLst/>
            <a:rect l="textAreaLeft" t="textAreaTop" r="textAreaRight" b="textAreaBottom"/>
            <a:pathLst>
              <a:path w="51" h="3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03" name="Google Shape;62;p7"/>
          <p:cNvSpPr/>
          <p:nvPr/>
        </p:nvSpPr>
        <p:spPr>
          <a:xfrm>
            <a:off x="1339920" y="3348720"/>
            <a:ext cx="2160" cy="720"/>
          </a:xfrm>
          <a:custGeom>
            <a:avLst/>
            <a:gdLst>
              <a:gd name="textAreaLeft" fmla="*/ 0 w 2160"/>
              <a:gd name="textAreaRight" fmla="*/ 2520 w 21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04" name="Google Shape;63;p7"/>
          <p:cNvSpPr/>
          <p:nvPr/>
        </p:nvSpPr>
        <p:spPr>
          <a:xfrm>
            <a:off x="7544520" y="3538800"/>
            <a:ext cx="21960" cy="6480"/>
          </a:xfrm>
          <a:custGeom>
            <a:avLst/>
            <a:gdLst>
              <a:gd name="textAreaLeft" fmla="*/ 0 w 21960"/>
              <a:gd name="textAreaRight" fmla="*/ 22320 w 21960"/>
              <a:gd name="textAreaTop" fmla="*/ 0 h 6480"/>
              <a:gd name="textAreaBottom" fmla="*/ 6840 h 6480"/>
            </a:gdLst>
            <a:ahLst/>
            <a:cxnLst/>
            <a:rect l="textAreaLeft" t="textAreaTop" r="textAreaRight" b="textAreaBottom"/>
            <a:pathLst>
              <a:path w="202" h="61">
                <a:moveTo>
                  <a:pt x="1" y="0"/>
                </a:moveTo>
                <a:cubicBezTo>
                  <a:pt x="81" y="31"/>
                  <a:pt x="152" y="51"/>
                  <a:pt x="202" y="61"/>
                </a:cubicBezTo>
                <a:cubicBezTo>
                  <a:pt x="152" y="41"/>
                  <a:pt x="81" y="31"/>
                  <a:pt x="1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05" name="Google Shape;64;p7"/>
          <p:cNvSpPr/>
          <p:nvPr/>
        </p:nvSpPr>
        <p:spPr>
          <a:xfrm>
            <a:off x="7567560" y="3545280"/>
            <a:ext cx="4320" cy="1800"/>
          </a:xfrm>
          <a:custGeom>
            <a:avLst/>
            <a:gdLst>
              <a:gd name="textAreaLeft" fmla="*/ 0 w 4320"/>
              <a:gd name="textAreaRight" fmla="*/ 4680 w 4320"/>
              <a:gd name="textAreaTop" fmla="*/ 0 h 1800"/>
              <a:gd name="textAreaBottom" fmla="*/ 2160 h 1800"/>
            </a:gdLst>
            <a:ahLst/>
            <a:cxnLst/>
            <a:rect l="textAreaLeft" t="textAreaTop" r="textAreaRight" b="textAreaBottom"/>
            <a:pathLst>
              <a:path w="41" h="21">
                <a:moveTo>
                  <a:pt x="0" y="1"/>
                </a:moveTo>
                <a:lnTo>
                  <a:pt x="0" y="1"/>
                </a:lnTo>
                <a:cubicBezTo>
                  <a:pt x="4" y="5"/>
                  <a:pt x="9" y="7"/>
                  <a:pt x="15" y="9"/>
                </a:cubicBezTo>
                <a:lnTo>
                  <a:pt x="15" y="9"/>
                </a:lnTo>
                <a:cubicBezTo>
                  <a:pt x="11" y="6"/>
                  <a:pt x="6" y="4"/>
                  <a:pt x="0" y="1"/>
                </a:cubicBezTo>
                <a:close/>
                <a:moveTo>
                  <a:pt x="15" y="9"/>
                </a:moveTo>
                <a:cubicBezTo>
                  <a:pt x="26" y="16"/>
                  <a:pt x="33" y="21"/>
                  <a:pt x="40" y="21"/>
                </a:cubicBezTo>
                <a:cubicBezTo>
                  <a:pt x="34" y="15"/>
                  <a:pt x="24" y="12"/>
                  <a:pt x="15" y="9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06" name="Google Shape;65;p7"/>
          <p:cNvSpPr/>
          <p:nvPr/>
        </p:nvSpPr>
        <p:spPr>
          <a:xfrm>
            <a:off x="7572960" y="3547440"/>
            <a:ext cx="5400" cy="2880"/>
          </a:xfrm>
          <a:custGeom>
            <a:avLst/>
            <a:gdLst>
              <a:gd name="textAreaLeft" fmla="*/ 0 w 5400"/>
              <a:gd name="textAreaRight" fmla="*/ 5760 w 5400"/>
              <a:gd name="textAreaTop" fmla="*/ 0 h 2880"/>
              <a:gd name="textAreaBottom" fmla="*/ 3240 h 2880"/>
            </a:gdLst>
            <a:ahLst/>
            <a:cxnLst/>
            <a:rect l="textAreaLeft" t="textAreaTop" r="textAreaRight" b="textAreaBottom"/>
            <a:pathLst>
              <a:path w="51" h="31">
                <a:moveTo>
                  <a:pt x="0" y="1"/>
                </a:moveTo>
                <a:cubicBezTo>
                  <a:pt x="0" y="11"/>
                  <a:pt x="0" y="11"/>
                  <a:pt x="0" y="11"/>
                </a:cubicBezTo>
                <a:cubicBezTo>
                  <a:pt x="20" y="11"/>
                  <a:pt x="30" y="21"/>
                  <a:pt x="50" y="31"/>
                </a:cubicBezTo>
                <a:lnTo>
                  <a:pt x="50" y="31"/>
                </a:lnTo>
                <a:cubicBezTo>
                  <a:pt x="30" y="21"/>
                  <a:pt x="20" y="11"/>
                  <a:pt x="0" y="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2962800" cy="1230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713160" y="1905840"/>
            <a:ext cx="4058280" cy="2171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pic>
        <p:nvPicPr>
          <p:cNvPr id="209" name="Google Shape;68;p7"/>
          <p:cNvPicPr/>
          <p:nvPr/>
        </p:nvPicPr>
        <p:blipFill>
          <a:blip r:embed="rId3">
            <a:alphaModFix amt="50000"/>
          </a:blip>
          <a:srcRect l="1158" t="763" r="46635" b="79202"/>
          <a:stretch/>
        </p:blipFill>
        <p:spPr>
          <a:xfrm rot="16200000">
            <a:off x="6077520" y="2072160"/>
            <a:ext cx="5188320" cy="1030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0" name="Google Shape;69;p7"/>
          <p:cNvPicPr/>
          <p:nvPr/>
        </p:nvPicPr>
        <p:blipFill>
          <a:blip r:embed="rId3">
            <a:alphaModFix amt="50000"/>
          </a:blip>
          <a:srcRect l="15470" t="60306" r="7161" b="-7602"/>
          <a:stretch/>
        </p:blipFill>
        <p:spPr>
          <a:xfrm>
            <a:off x="0" y="-6840"/>
            <a:ext cx="7627680" cy="24350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71;p8"/>
          <p:cNvPicPr/>
          <p:nvPr/>
        </p:nvPicPr>
        <p:blipFill>
          <a:blip r:embed="rId2"/>
          <a:srcRect l="10976" r="57908" b="-360"/>
          <a:stretch/>
        </p:blipFill>
        <p:spPr>
          <a:xfrm rot="16200000" flipH="1">
            <a:off x="2000520" y="-2010240"/>
            <a:ext cx="5175000" cy="917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2" name="Google Shape;72;p8"/>
          <p:cNvPicPr/>
          <p:nvPr/>
        </p:nvPicPr>
        <p:blipFill>
          <a:blip r:embed="rId3">
            <a:alphaModFix amt="50000"/>
          </a:blip>
          <a:srcRect l="7180" t="26476" r="31009" b="-92169"/>
          <a:stretch/>
        </p:blipFill>
        <p:spPr>
          <a:xfrm rot="16200000" flipH="1">
            <a:off x="893520" y="-893520"/>
            <a:ext cx="5187240" cy="697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1769760" y="1657440"/>
            <a:ext cx="5603760" cy="1828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75;p9"/>
          <p:cNvPicPr/>
          <p:nvPr/>
        </p:nvPicPr>
        <p:blipFill>
          <a:blip r:embed="rId2"/>
          <a:srcRect l="133" r="68724"/>
          <a:stretch/>
        </p:blipFill>
        <p:spPr>
          <a:xfrm rot="5400000">
            <a:off x="1982520" y="-1996560"/>
            <a:ext cx="5179320" cy="9143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5" name="Google Shape;76;p9"/>
          <p:cNvPicPr/>
          <p:nvPr/>
        </p:nvPicPr>
        <p:blipFill>
          <a:blip r:embed="rId3">
            <a:alphaModFix amt="50000"/>
          </a:blip>
          <a:srcRect l="10082" t="7567" r="28313" b="-125040"/>
          <a:stretch/>
        </p:blipFill>
        <p:spPr>
          <a:xfrm rot="5400000">
            <a:off x="2702880" y="-1996200"/>
            <a:ext cx="5164560" cy="914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6" name="Google Shape;77;p9"/>
          <p:cNvSpPr/>
          <p:nvPr/>
        </p:nvSpPr>
        <p:spPr>
          <a:xfrm>
            <a:off x="1339560" y="3344760"/>
            <a:ext cx="2160" cy="720"/>
          </a:xfrm>
          <a:custGeom>
            <a:avLst/>
            <a:gdLst>
              <a:gd name="textAreaLeft" fmla="*/ 0 w 2160"/>
              <a:gd name="textAreaRight" fmla="*/ 2520 w 21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17" name="Google Shape;78;p9"/>
          <p:cNvSpPr/>
          <p:nvPr/>
        </p:nvSpPr>
        <p:spPr>
          <a:xfrm>
            <a:off x="1339920" y="3348720"/>
            <a:ext cx="2160" cy="720"/>
          </a:xfrm>
          <a:custGeom>
            <a:avLst/>
            <a:gdLst>
              <a:gd name="textAreaLeft" fmla="*/ 0 w 2160"/>
              <a:gd name="textAreaRight" fmla="*/ 2520 w 21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cubicBezTo>
                  <a:pt x="11" y="0"/>
                  <a:pt x="21" y="10"/>
                  <a:pt x="21" y="10"/>
                </a:cubicBezTo>
                <a:lnTo>
                  <a:pt x="11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1577880" y="1430280"/>
            <a:ext cx="5428800" cy="111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body"/>
          </p:nvPr>
        </p:nvSpPr>
        <p:spPr>
          <a:xfrm>
            <a:off x="0" y="-6840"/>
            <a:ext cx="9143640" cy="514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20" name="PlaceHolder 2"/>
          <p:cNvSpPr>
            <a:spLocks noGrp="1"/>
          </p:cNvSpPr>
          <p:nvPr>
            <p:ph type="title"/>
          </p:nvPr>
        </p:nvSpPr>
        <p:spPr>
          <a:xfrm>
            <a:off x="3867120" y="3327840"/>
            <a:ext cx="4563000" cy="12805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723600" y="511200"/>
            <a:ext cx="769680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subTitle"/>
          </p:nvPr>
        </p:nvSpPr>
        <p:spPr>
          <a:xfrm>
            <a:off x="669074" y="817756"/>
            <a:ext cx="8000424" cy="3947532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r>
              <a:rPr lang="en-US" sz="1300" b="1" dirty="0">
                <a:solidFill>
                  <a:schemeClr val="accent1"/>
                </a:solidFill>
                <a:latin typeface="Albert Sans"/>
              </a:rPr>
              <a:t>Venture Capital (VC)</a:t>
            </a:r>
          </a:p>
          <a:p>
            <a:r>
              <a:rPr lang="en-US" sz="1300" dirty="0">
                <a:latin typeface="Albert Sans"/>
              </a:rPr>
              <a:t>A type of investment where money is given to </a:t>
            </a:r>
            <a:r>
              <a:rPr lang="en-US" sz="1300" b="1" dirty="0">
                <a:latin typeface="Albert Sans"/>
              </a:rPr>
              <a:t>startups or early-stage companies</a:t>
            </a:r>
            <a:r>
              <a:rPr lang="en-US" sz="1300" dirty="0">
                <a:latin typeface="Albert Sans"/>
              </a:rPr>
              <a:t> with high growth potential.</a:t>
            </a:r>
          </a:p>
          <a:p>
            <a:br>
              <a:rPr lang="en-US" sz="1800" dirty="0"/>
            </a:br>
            <a:endParaRPr lang="en-US" sz="1300" dirty="0">
              <a:latin typeface="Albert Sans"/>
            </a:endParaRPr>
          </a:p>
          <a:p>
            <a:r>
              <a:rPr lang="en-US" sz="1300" b="1" dirty="0">
                <a:latin typeface="Albert Sans"/>
              </a:rPr>
              <a:t> </a:t>
            </a:r>
            <a:r>
              <a:rPr lang="en-US" sz="1300" b="1" dirty="0">
                <a:solidFill>
                  <a:schemeClr val="accent1"/>
                </a:solidFill>
                <a:latin typeface="Albert Sans"/>
              </a:rPr>
              <a:t>Due Diligence</a:t>
            </a:r>
          </a:p>
          <a:p>
            <a:r>
              <a:rPr lang="en-US" sz="1300" dirty="0">
                <a:latin typeface="Albert Sans"/>
              </a:rPr>
              <a:t>A </a:t>
            </a:r>
            <a:r>
              <a:rPr lang="en-US" sz="1300" b="1" dirty="0">
                <a:latin typeface="Albert Sans"/>
              </a:rPr>
              <a:t>detailed investigation or analysis</a:t>
            </a:r>
            <a:r>
              <a:rPr lang="en-US" sz="1300" dirty="0">
                <a:latin typeface="Albert Sans"/>
              </a:rPr>
              <a:t> done before making an investment.</a:t>
            </a:r>
          </a:p>
          <a:p>
            <a:br>
              <a:rPr lang="en-US" sz="1800" dirty="0"/>
            </a:br>
            <a:endParaRPr lang="en-US" sz="1200" dirty="0">
              <a:solidFill>
                <a:schemeClr val="accent1"/>
              </a:solidFill>
              <a:latin typeface="Albert Sans"/>
            </a:endParaRPr>
          </a:p>
          <a:p>
            <a:r>
              <a:rPr lang="en-US" sz="1200" b="1" dirty="0">
                <a:solidFill>
                  <a:schemeClr val="accent1"/>
                </a:solidFill>
                <a:latin typeface="Albert Sans"/>
              </a:rPr>
              <a:t>Multi-Agent</a:t>
            </a:r>
          </a:p>
          <a:p>
            <a:r>
              <a:rPr lang="en-US" sz="1200" dirty="0">
                <a:latin typeface="Albert Sans"/>
              </a:rPr>
              <a:t>A system that uses </a:t>
            </a:r>
            <a:r>
              <a:rPr lang="en-US" sz="1200" b="1" dirty="0">
                <a:latin typeface="Albert Sans"/>
              </a:rPr>
              <a:t>multiple AI agents (independent programs)</a:t>
            </a:r>
            <a:r>
              <a:rPr lang="en-US" sz="1200" dirty="0">
                <a:latin typeface="Albert Sans"/>
              </a:rPr>
              <a:t> working together.</a:t>
            </a:r>
          </a:p>
          <a:p>
            <a:r>
              <a:rPr lang="en-US" sz="1200" dirty="0">
                <a:latin typeface="Albert Sans"/>
              </a:rPr>
              <a:t>Each agent has a </a:t>
            </a:r>
            <a:r>
              <a:rPr lang="en-US" sz="1200" b="1" dirty="0">
                <a:latin typeface="Albert Sans"/>
              </a:rPr>
              <a:t>specific role</a:t>
            </a:r>
            <a:r>
              <a:rPr lang="en-US" sz="1200" dirty="0">
                <a:latin typeface="Albert Sans"/>
              </a:rPr>
              <a:t> ,Agents communicate and collaborate</a:t>
            </a:r>
          </a:p>
          <a:p>
            <a:endParaRPr lang="en-US" sz="1200" dirty="0">
              <a:latin typeface="Albert Sans"/>
            </a:endParaRPr>
          </a:p>
          <a:p>
            <a:endParaRPr lang="en-US" sz="1200" dirty="0">
              <a:latin typeface="Albert Sans"/>
            </a:endParaRPr>
          </a:p>
          <a:p>
            <a:r>
              <a:rPr lang="en-US" sz="1200" b="1" dirty="0">
                <a:solidFill>
                  <a:schemeClr val="accent1"/>
                </a:solidFill>
                <a:latin typeface="Albert Sans"/>
              </a:rPr>
              <a:t>Overall:</a:t>
            </a:r>
          </a:p>
          <a:p>
            <a:r>
              <a:rPr lang="en-US" sz="1200" dirty="0">
                <a:latin typeface="Albert Sans"/>
              </a:rPr>
              <a:t>A system that uses </a:t>
            </a:r>
            <a:r>
              <a:rPr lang="en-US" sz="1200" b="1" dirty="0">
                <a:latin typeface="Albert Sans"/>
              </a:rPr>
              <a:t>multiple AI agents</a:t>
            </a:r>
            <a:r>
              <a:rPr lang="en-US" sz="1200" dirty="0">
                <a:latin typeface="Albert Sans"/>
              </a:rPr>
              <a:t> to automatically </a:t>
            </a:r>
            <a:r>
              <a:rPr lang="en-US" sz="1200" b="1" dirty="0">
                <a:latin typeface="Albert Sans"/>
              </a:rPr>
              <a:t>analyze startups</a:t>
            </a:r>
            <a:r>
              <a:rPr lang="en-US" sz="1200" dirty="0">
                <a:latin typeface="Albert Sans"/>
              </a:rPr>
              <a:t> and help investors make </a:t>
            </a:r>
            <a:r>
              <a:rPr lang="en-US" sz="1200" b="1" dirty="0">
                <a:latin typeface="Albert Sans"/>
              </a:rPr>
              <a:t>smart investment decisions</a:t>
            </a:r>
            <a:r>
              <a:rPr lang="en-US" sz="1200" dirty="0">
                <a:latin typeface="Albert Sans"/>
              </a:rPr>
              <a:t>.</a:t>
            </a:r>
          </a:p>
        </p:txBody>
      </p:sp>
      <p:sp>
        <p:nvSpPr>
          <p:cNvPr id="223" name="PlaceHolder 2"/>
          <p:cNvSpPr>
            <a:spLocks noGrp="1"/>
          </p:cNvSpPr>
          <p:nvPr>
            <p:ph type="title"/>
          </p:nvPr>
        </p:nvSpPr>
        <p:spPr>
          <a:xfrm>
            <a:off x="-200722" y="-260194"/>
            <a:ext cx="9054791" cy="120433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 dirty="0">
                <a:solidFill>
                  <a:schemeClr val="dk1"/>
                </a:solidFill>
                <a:effectLst/>
                <a:uFillTx/>
                <a:latin typeface="DM Sans ExtraBold"/>
                <a:ea typeface="DM Sans ExtraBold"/>
              </a:rPr>
              <a:t>AI VC Due Diligence Multi Agent System</a:t>
            </a:r>
            <a:endParaRPr lang="fr-FR" sz="3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795454" y="866880"/>
            <a:ext cx="3623906" cy="65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DM Sans ExtraBold"/>
                <a:ea typeface="DM Sans ExtraBold"/>
              </a:rPr>
              <a:t>Introduction</a:t>
            </a:r>
            <a:endParaRPr lang="fr-FR" sz="2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 type="subTitle"/>
          </p:nvPr>
        </p:nvSpPr>
        <p:spPr>
          <a:xfrm>
            <a:off x="1167162" y="1524000"/>
            <a:ext cx="3776546" cy="257964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Albert Sans"/>
                <a:ea typeface="Calibri" panose="020F0502020204030204" pitchFamily="34" charset="0"/>
                <a:cs typeface="Calibri" panose="020F0502020204030204" pitchFamily="34" charset="0"/>
              </a:rPr>
              <a:t>The presentation outlines an </a:t>
            </a:r>
            <a:r>
              <a:rPr lang="en-US" sz="1100" b="0" i="1" u="none" strike="noStrike" dirty="0">
                <a:solidFill>
                  <a:schemeClr val="dk1"/>
                </a:solidFill>
                <a:effectLst/>
                <a:uFillTx/>
                <a:latin typeface="Albert Sans"/>
                <a:ea typeface="Calibri" panose="020F0502020204030204" pitchFamily="34" charset="0"/>
                <a:cs typeface="Calibri" panose="020F0502020204030204" pitchFamily="34" charset="0"/>
              </a:rPr>
              <a:t>AI-driven multi-agent platform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Albert Sans"/>
                <a:ea typeface="Calibri" panose="020F0502020204030204" pitchFamily="34" charset="0"/>
                <a:cs typeface="Calibri" panose="020F0502020204030204" pitchFamily="34" charset="0"/>
              </a:rPr>
              <a:t> that automates VC due diligence, producing rapid, data-backed investment recommendations.</a:t>
            </a:r>
            <a:endParaRPr lang="en-US" sz="1100" b="0" u="none" strike="noStrike" dirty="0">
              <a:solidFill>
                <a:srgbClr val="FFFFFF"/>
              </a:solidFill>
              <a:effectLst/>
              <a:uFillTx/>
              <a:latin typeface="Albert Sans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100" b="0" u="none" strike="noStrike" dirty="0">
              <a:solidFill>
                <a:srgbClr val="FFFFFF"/>
              </a:solidFill>
              <a:effectLst/>
              <a:uFillTx/>
              <a:latin typeface="Albert Sans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Albert Sans"/>
                <a:ea typeface="Calibri" panose="020F0502020204030204" pitchFamily="34" charset="0"/>
                <a:cs typeface="Calibri" panose="020F0502020204030204" pitchFamily="34" charset="0"/>
              </a:rPr>
              <a:t>This solution reduces time-to-decision, improves consistency, and surfaces key risks and opportunities with </a:t>
            </a:r>
            <a:r>
              <a:rPr lang="en-US" sz="1100" b="1" u="none" strike="noStrike" dirty="0">
                <a:solidFill>
                  <a:schemeClr val="dk1"/>
                </a:solidFill>
                <a:effectLst/>
                <a:uFillTx/>
                <a:latin typeface="Albert Sans"/>
                <a:ea typeface="Calibri" panose="020F0502020204030204" pitchFamily="34" charset="0"/>
                <a:cs typeface="Calibri" panose="020F0502020204030204" pitchFamily="34" charset="0"/>
              </a:rPr>
              <a:t>scalable analysis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Albert Sans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1100" b="1" u="none" strike="noStrike" dirty="0">
                <a:solidFill>
                  <a:schemeClr val="dk1"/>
                </a:solidFill>
                <a:effectLst/>
                <a:uFillTx/>
                <a:latin typeface="Albert Sans"/>
                <a:ea typeface="Calibri" panose="020F0502020204030204" pitchFamily="34" charset="0"/>
                <a:cs typeface="Calibri" panose="020F0502020204030204" pitchFamily="34" charset="0"/>
              </a:rPr>
              <a:t>transparent outputs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.</a:t>
            </a:r>
            <a:endParaRPr lang="en-US" sz="1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7" name="Google Shape;522;p50"/>
          <p:cNvSpPr/>
          <p:nvPr/>
        </p:nvSpPr>
        <p:spPr>
          <a:xfrm>
            <a:off x="5383080" y="680040"/>
            <a:ext cx="2814120" cy="3783600"/>
          </a:xfrm>
          <a:prstGeom prst="ellipse">
            <a:avLst/>
          </a:prstGeom>
          <a:blipFill rotWithShape="0">
            <a:blip r:embed="rId2"/>
            <a:srcRect/>
            <a:stretch/>
          </a:blipFill>
          <a:ln w="0">
            <a:noFill/>
          </a:ln>
          <a:effectLst>
            <a:outerShdw blurRad="57240" dist="19080" dir="5400000" algn="bl" rotWithShape="0">
              <a:schemeClr val="lt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Rectangle 227"/>
          <p:cNvSpPr/>
          <p:nvPr/>
        </p:nvSpPr>
        <p:spPr>
          <a:xfrm>
            <a:off x="476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01</a:t>
            </a:r>
            <a:endParaRPr lang="en-US" sz="5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9" name="Rectangle 228"/>
          <p:cNvSpPr/>
          <p:nvPr/>
        </p:nvSpPr>
        <p:spPr>
          <a:xfrm>
            <a:off x="476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 dirty="0">
                <a:solidFill>
                  <a:schemeClr val="dk1"/>
                </a:solidFill>
                <a:effectLst/>
                <a:uFillTx/>
                <a:latin typeface="DM Sans ExtraBold"/>
              </a:rPr>
              <a:t>Problem Statement  &amp; Solution</a:t>
            </a:r>
            <a:endParaRPr lang="en-US" sz="3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230" name="image69d83956ab4d8" descr="image69d83956ab4db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564995" y="379142"/>
            <a:ext cx="3854365" cy="57359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DM Sans ExtraBold"/>
                <a:ea typeface="DM Sans ExtraBold"/>
              </a:rPr>
              <a:t>Problem Statement</a:t>
            </a:r>
            <a:endParaRPr lang="fr-FR" sz="2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 type="subTitle"/>
          </p:nvPr>
        </p:nvSpPr>
        <p:spPr>
          <a:xfrm>
            <a:off x="1040780" y="1018479"/>
            <a:ext cx="4342300" cy="344498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Venture due diligence is time-consuming, inconsistent, and limited by human bandwidth. Investors face incomplete signals, manual data gathering, and subjective risk evaluation.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This leads to slower decisions, missed opportunities, and uneven portfolio quality. </a:t>
            </a:r>
            <a:r>
              <a:rPr lang="en-US" sz="1400" b="0" i="1" u="none" strike="noStrike" dirty="0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Scalable, repeatable evaluation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 is required to improve deal throughput and accuracy</a:t>
            </a: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.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3" name="Google Shape;522;p50"/>
          <p:cNvSpPr/>
          <p:nvPr/>
        </p:nvSpPr>
        <p:spPr>
          <a:xfrm>
            <a:off x="5383080" y="680040"/>
            <a:ext cx="2814120" cy="3783600"/>
          </a:xfrm>
          <a:prstGeom prst="ellipse">
            <a:avLst/>
          </a:prstGeom>
          <a:blipFill rotWithShape="0">
            <a:blip r:embed="rId2"/>
            <a:srcRect/>
            <a:stretch/>
          </a:blipFill>
          <a:ln w="0">
            <a:noFill/>
          </a:ln>
          <a:effectLst>
            <a:outerShdw blurRad="57240" dist="19080" dir="5400000" algn="bl" rotWithShape="0">
              <a:schemeClr val="lt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Rectangle 233"/>
          <p:cNvSpPr/>
          <p:nvPr/>
        </p:nvSpPr>
        <p:spPr>
          <a:xfrm>
            <a:off x="476280" y="476280"/>
            <a:ext cx="8191080" cy="52733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DM Sans ExtraBold"/>
              </a:rPr>
              <a:t>Proposed</a:t>
            </a:r>
            <a:r>
              <a:rPr lang="en-US" b="1" u="none" strike="noStrike" dirty="0">
                <a:solidFill>
                  <a:schemeClr val="dk1"/>
                </a:solidFill>
                <a:effectLst/>
                <a:uFillTx/>
                <a:latin typeface="DM Sans ExtraBold"/>
              </a:rPr>
              <a:t> Solution</a:t>
            </a:r>
            <a:endParaRPr lang="en-US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5" name="Rectangle 234"/>
          <p:cNvSpPr/>
          <p:nvPr/>
        </p:nvSpPr>
        <p:spPr>
          <a:xfrm>
            <a:off x="1263805" y="1167161"/>
            <a:ext cx="7403554" cy="27655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r>
              <a:rPr lang="en-US" sz="1600" dirty="0">
                <a:latin typeface="Albert Sans"/>
              </a:rPr>
              <a:t>The proposed solution is an </a:t>
            </a:r>
            <a:r>
              <a:rPr lang="en-US" sz="1600" b="1" dirty="0">
                <a:latin typeface="Albert Sans"/>
              </a:rPr>
              <a:t>AI-powered Multi-Agent Due Diligence System</a:t>
            </a:r>
            <a:r>
              <a:rPr lang="en-US" sz="1600" dirty="0">
                <a:latin typeface="Albert Sans"/>
              </a:rPr>
              <a:t> designed to automate and enhance the startup evaluation process for venture capital firms.</a:t>
            </a:r>
          </a:p>
          <a:p>
            <a:endParaRPr lang="en-US" sz="1600" dirty="0">
              <a:latin typeface="Albert Sans"/>
            </a:endParaRPr>
          </a:p>
          <a:p>
            <a:r>
              <a:rPr lang="en-US" sz="1600" dirty="0">
                <a:latin typeface="Albert Sans"/>
              </a:rPr>
              <a:t>Instead of relying on a single AI model or manual analysis, the system uses </a:t>
            </a:r>
            <a:r>
              <a:rPr lang="en-US" sz="1600" b="1" dirty="0">
                <a:latin typeface="Albert Sans"/>
              </a:rPr>
              <a:t>multiple specialized AI agents</a:t>
            </a:r>
            <a:r>
              <a:rPr lang="en-US" sz="1600" dirty="0">
                <a:latin typeface="Albert Sans"/>
              </a:rPr>
              <a:t>, each responsible for a specific aspect of due diligence. These agents work collaboratively under a central orchestrator to generate a </a:t>
            </a:r>
            <a:r>
              <a:rPr lang="en-US" sz="1600" b="1" dirty="0">
                <a:latin typeface="Albert Sans"/>
              </a:rPr>
              <a:t>comprehensive investment report</a:t>
            </a:r>
            <a:r>
              <a:rPr lang="en-US" sz="1600" dirty="0">
                <a:latin typeface="Albert Sans"/>
              </a:rPr>
              <a:t>.</a:t>
            </a:r>
          </a:p>
          <a:p>
            <a:endParaRPr lang="en-US" sz="1600" dirty="0">
              <a:latin typeface="Albert Sans"/>
            </a:endParaRPr>
          </a:p>
          <a:p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Albert Sans"/>
              </a:rPr>
              <a:t>Delivers </a:t>
            </a:r>
            <a:r>
              <a:rPr lang="en-US" sz="1600" b="1" u="none" strike="noStrike" dirty="0">
                <a:solidFill>
                  <a:schemeClr val="dk1"/>
                </a:solidFill>
                <a:effectLst/>
                <a:uFillTx/>
                <a:latin typeface="Albert Sans"/>
              </a:rPr>
              <a:t>standardized risk scores</a:t>
            </a: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Albert Sans"/>
              </a:rPr>
              <a:t> and </a:t>
            </a:r>
            <a:r>
              <a:rPr lang="en-US" sz="1600" b="1" u="none" strike="noStrike" dirty="0">
                <a:solidFill>
                  <a:schemeClr val="dk1"/>
                </a:solidFill>
                <a:effectLst/>
                <a:uFillTx/>
                <a:latin typeface="Albert Sans"/>
              </a:rPr>
              <a:t>actionable investment insights</a:t>
            </a: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Albert Sans"/>
              </a:rPr>
              <a:t>, reducing time-to-decision and enabling higher deal throughput across portfolios.</a:t>
            </a:r>
            <a:endParaRPr lang="en-US" sz="1600" dirty="0">
              <a:solidFill>
                <a:srgbClr val="FFFFFF"/>
              </a:solidFill>
              <a:latin typeface="Albert Sans"/>
            </a:endParaRPr>
          </a:p>
          <a:p>
            <a:endParaRPr lang="en-US" sz="1600" dirty="0">
              <a:latin typeface="DM Sans ExtraBold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Rectangle 237"/>
          <p:cNvSpPr/>
          <p:nvPr/>
        </p:nvSpPr>
        <p:spPr>
          <a:xfrm>
            <a:off x="5048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02</a:t>
            </a:r>
            <a:endParaRPr lang="en-US" sz="5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9" name="Rectangle 238"/>
          <p:cNvSpPr/>
          <p:nvPr/>
        </p:nvSpPr>
        <p:spPr>
          <a:xfrm>
            <a:off x="5048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Architecture </a:t>
            </a:r>
          </a:p>
        </p:txBody>
      </p:sp>
      <p:pic>
        <p:nvPicPr>
          <p:cNvPr id="240" name="image69d83956bb233" descr="image69d83956bb238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Rectangle 240"/>
          <p:cNvSpPr/>
          <p:nvPr/>
        </p:nvSpPr>
        <p:spPr>
          <a:xfrm>
            <a:off x="476640" y="200722"/>
            <a:ext cx="8190720" cy="32710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>
                <a:solidFill>
                  <a:schemeClr val="dk1"/>
                </a:solidFill>
                <a:effectLst/>
                <a:uFillTx/>
                <a:latin typeface="DM Sans ExtraBold"/>
              </a:rPr>
              <a:t>System Architecture</a:t>
            </a:r>
            <a:endParaRPr lang="en-US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2" name="Rectangle 241"/>
          <p:cNvSpPr/>
          <p:nvPr/>
        </p:nvSpPr>
        <p:spPr>
          <a:xfrm>
            <a:off x="1219200" y="1107688"/>
            <a:ext cx="7448160" cy="24235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A016C06-4DB6-7047-D98E-1B24C49F91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35512" y="349405"/>
            <a:ext cx="5757117" cy="47940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Rectangle 235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7" name="Rectangle 236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A0FD2C1-648B-97EC-48D1-A2A76DC1D7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9268" y="-106729"/>
            <a:ext cx="6881232" cy="50597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AFFC3-3F2D-2456-6EA1-C40716E75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Rectangle 235">
            <a:extLst>
              <a:ext uri="{FF2B5EF4-FFF2-40B4-BE49-F238E27FC236}">
                <a16:creationId xmlns:a16="http://schemas.microsoft.com/office/drawing/2014/main" id="{998DAC04-AABE-9609-8913-B44EB194B92D}"/>
              </a:ext>
            </a:extLst>
          </p:cNvPr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DBC42F6B-DC5A-661E-21E7-7876F0C42168}"/>
              </a:ext>
            </a:extLst>
          </p:cNvPr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7153A2B-1A84-CA08-68E6-CC959CDDB5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9073" y="840059"/>
            <a:ext cx="7178598" cy="3984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539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Rectangle 247"/>
          <p:cNvSpPr/>
          <p:nvPr/>
        </p:nvSpPr>
        <p:spPr>
          <a:xfrm>
            <a:off x="892098" y="341971"/>
            <a:ext cx="7775262" cy="55012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>
                <a:solidFill>
                  <a:schemeClr val="dk1"/>
                </a:solidFill>
                <a:effectLst/>
                <a:uFillTx/>
                <a:latin typeface="DM Sans ExtraBold"/>
              </a:rPr>
              <a:t>Conclusion</a:t>
            </a:r>
            <a:endParaRPr lang="en-US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9" name="Rectangle 248"/>
          <p:cNvSpPr/>
          <p:nvPr/>
        </p:nvSpPr>
        <p:spPr>
          <a:xfrm>
            <a:off x="1531434" y="996176"/>
            <a:ext cx="7135926" cy="29587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r>
              <a:rPr lang="en-US" sz="1400" dirty="0">
                <a:latin typeface="Albert Sans"/>
              </a:rPr>
              <a:t>The </a:t>
            </a:r>
            <a:r>
              <a:rPr lang="en-US" sz="1400" b="1" dirty="0">
                <a:latin typeface="Albert Sans"/>
              </a:rPr>
              <a:t>AI VC Due Diligence Multi-Agent System</a:t>
            </a:r>
            <a:r>
              <a:rPr lang="en-US" sz="1400" dirty="0">
                <a:latin typeface="Albert Sans"/>
              </a:rPr>
              <a:t> presents a powerful approach to transforming traditional startup evaluation into an </a:t>
            </a:r>
            <a:r>
              <a:rPr lang="en-US" sz="1400" b="1" dirty="0">
                <a:latin typeface="Albert Sans"/>
              </a:rPr>
              <a:t>intelligent, automated, and scalable process</a:t>
            </a:r>
            <a:r>
              <a:rPr lang="en-US" sz="1400" dirty="0">
                <a:latin typeface="Albert Sans"/>
              </a:rPr>
              <a:t>.</a:t>
            </a:r>
          </a:p>
          <a:p>
            <a:endParaRPr lang="en-US" sz="1400" dirty="0">
              <a:latin typeface="Albert Sans"/>
            </a:endParaRPr>
          </a:p>
          <a:p>
            <a:endParaRPr lang="en-US" sz="1400" dirty="0">
              <a:latin typeface="Albert Sans"/>
            </a:endParaRPr>
          </a:p>
          <a:p>
            <a:r>
              <a:rPr lang="en-US" sz="1400" dirty="0">
                <a:latin typeface="Albert Sans"/>
              </a:rPr>
              <a:t>By leveraging </a:t>
            </a:r>
            <a:r>
              <a:rPr lang="en-US" sz="1400" b="1" dirty="0">
                <a:latin typeface="Albert Sans"/>
              </a:rPr>
              <a:t>multiple specialized AI agents</a:t>
            </a:r>
            <a:r>
              <a:rPr lang="en-US" sz="1400" dirty="0">
                <a:latin typeface="Albert Sans"/>
              </a:rPr>
              <a:t>, the system ensures a </a:t>
            </a:r>
            <a:r>
              <a:rPr lang="en-US" sz="1400" b="1" dirty="0">
                <a:latin typeface="Albert Sans"/>
              </a:rPr>
              <a:t>comprehensive and multi-dimensional analysis</a:t>
            </a:r>
            <a:r>
              <a:rPr lang="en-US" sz="1400" dirty="0">
                <a:latin typeface="Albert Sans"/>
              </a:rPr>
              <a:t> covering financial performance, market potential, competitive landscape, and risk factors</a:t>
            </a:r>
          </a:p>
          <a:p>
            <a:r>
              <a:rPr lang="en-US" sz="1400" dirty="0">
                <a:latin typeface="Albert Sans"/>
              </a:rPr>
              <a:t>  </a:t>
            </a:r>
          </a:p>
          <a:p>
            <a:endParaRPr lang="en-US" sz="1400" dirty="0">
              <a:latin typeface="Albert Sans"/>
            </a:endParaRPr>
          </a:p>
          <a:p>
            <a:r>
              <a:rPr lang="en-US" sz="1400" dirty="0">
                <a:latin typeface="Albert Sans"/>
              </a:rPr>
              <a:t>This modular architecture not only improves accuracy but also mirrors real-world VC decision-making processes.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144ED-AD0F-6E0E-05E5-5AB8D2CF9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0302" y="1657815"/>
            <a:ext cx="3010830" cy="1126065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20546261"/>
      </p:ext>
    </p:extLst>
  </p:cSld>
  <p:clrMapOvr>
    <a:masterClrMapping/>
  </p:clrMapOvr>
</p:sld>
</file>

<file path=ppt/theme/theme1.xml><?xml version="1.0" encoding="utf-8"?>
<a:theme xmlns:a="http://schemas.openxmlformats.org/drawingml/2006/main" name="Force, Motion, and Energy - Science - 10th Grade by Slidesgo">
  <a:themeElements>
    <a:clrScheme name="Simple Light">
      <a:dk1>
        <a:srgbClr val="FFFFFF"/>
      </a:dk1>
      <a:lt1>
        <a:srgbClr val="0F2A29"/>
      </a:lt1>
      <a:dk2>
        <a:srgbClr val="017171"/>
      </a:dk2>
      <a:lt2>
        <a:srgbClr val="00AEAD"/>
      </a:lt2>
      <a:accent1>
        <a:srgbClr val="11EBEB"/>
      </a:accent1>
      <a:accent2>
        <a:srgbClr val="ABE9E4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Words>364</Words>
  <Application>Microsoft Office PowerPoint</Application>
  <PresentationFormat>On-screen Show (16:9)</PresentationFormat>
  <Paragraphs>42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Albert Sans</vt:lpstr>
      <vt:lpstr>Arial</vt:lpstr>
      <vt:lpstr>Calibri</vt:lpstr>
      <vt:lpstr>DM Sans ExtraBold</vt:lpstr>
      <vt:lpstr>OpenSymbol</vt:lpstr>
      <vt:lpstr>Symbol</vt:lpstr>
      <vt:lpstr>Wingdings</vt:lpstr>
      <vt:lpstr>Force, Motion, and Energy - Science - 10th Grade by Slidesgo</vt:lpstr>
      <vt:lpstr>Slidesgo Final Pages</vt:lpstr>
      <vt:lpstr>AI VC Due Diligence Multi Agent System</vt:lpstr>
      <vt:lpstr>Introduction</vt:lpstr>
      <vt:lpstr>PowerPoint Presentation</vt:lpstr>
      <vt:lpstr>Problem Statement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Snehalatha Biyyala</dc:creator>
  <cp:lastModifiedBy>Snehalatha Biyyala</cp:lastModifiedBy>
  <cp:revision>2</cp:revision>
  <dcterms:modified xsi:type="dcterms:W3CDTF">2026-04-23T17:07:09Z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2026-04-09T23:42:12Z</dcterms:created>
  <dc:creator>Unknown Creator</dc:creator>
  <dc:description/>
  <dc:language>en-US</dc:language>
  <cp:lastModifiedBy>Unknown Creator</cp:lastModifiedBy>
  <dcterms:modified xsi:type="dcterms:W3CDTF">2026-04-09T23:42:12Z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