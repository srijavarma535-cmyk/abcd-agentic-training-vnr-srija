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  <p:sldId id="268" r:id="rId11"/>
    <p:sldId id="266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l="237" r="996"/>
          <a:stretch/>
        </p:blipFill>
        <p:spPr>
          <a:xfrm rot="10800000" flipH="1">
            <a:off x="0" y="-6480"/>
            <a:ext cx="916416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>
            <a:alphaModFix amt="50000"/>
          </a:blip>
          <a:srcRect l="771" r="6256"/>
          <a:stretch/>
        </p:blipFill>
        <p:spPr>
          <a:xfrm rot="10800000" flipH="1">
            <a:off x="-58320" y="-6840"/>
            <a:ext cx="9279000" cy="52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958400" y="1392840"/>
            <a:ext cx="5226840" cy="158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5;p11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8396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86;p11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5400000">
            <a:off x="-132480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095560" y="1669680"/>
            <a:ext cx="4952520" cy="11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1;p13"/>
          <p:cNvPicPr/>
          <p:nvPr/>
        </p:nvPicPr>
        <p:blipFill>
          <a:blip r:embed="rId2"/>
          <a:srcRect l="420" r="-520"/>
          <a:stretch/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92;p13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5400000">
            <a:off x="-133092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0960" y="444960"/>
            <a:ext cx="6837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1105200" y="30142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1105200" y="388224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1104840" y="12790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1104840" y="21466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06;p13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107;p13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108;p13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109;p13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110;p13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111;p13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112;p13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113;p13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15;p14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8396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16;p14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16200000" flipH="1">
            <a:off x="533304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17;p14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Google Shape;118;p14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25080" y="3724200"/>
            <a:ext cx="6693120" cy="531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22;p15"/>
          <p:cNvPicPr/>
          <p:nvPr/>
        </p:nvPicPr>
        <p:blipFill>
          <a:blip r:embed="rId2"/>
          <a:srcRect l="2210" t="1565" r="2039" b="2427"/>
          <a:stretch/>
        </p:blipFill>
        <p:spPr>
          <a:xfrm rot="10800000" flipH="1">
            <a:off x="-35640" y="-5760"/>
            <a:ext cx="9224280" cy="520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23;p15"/>
          <p:cNvPicPr/>
          <p:nvPr/>
        </p:nvPicPr>
        <p:blipFill>
          <a:blip r:embed="rId3">
            <a:alphaModFix amt="50000"/>
          </a:blip>
          <a:srcRect l="28399" r="7263"/>
          <a:stretch/>
        </p:blipFill>
        <p:spPr>
          <a:xfrm rot="10800000" flipH="1">
            <a:off x="0" y="-2520"/>
            <a:ext cx="63428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62200" y="2221920"/>
            <a:ext cx="5619600" cy="14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3730680" y="1028880"/>
            <a:ext cx="1682640" cy="1037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28;p16"/>
          <p:cNvPicPr/>
          <p:nvPr/>
        </p:nvPicPr>
        <p:blipFill>
          <a:blip r:embed="rId2"/>
          <a:srcRect l="2068" t="1288" r="67847" b="1188"/>
          <a:stretch/>
        </p:blipFill>
        <p:spPr>
          <a:xfrm rot="5400000">
            <a:off x="1976040" y="-2045160"/>
            <a:ext cx="5182920" cy="923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129;p16"/>
          <p:cNvPicPr/>
          <p:nvPr/>
        </p:nvPicPr>
        <p:blipFill>
          <a:blip r:embed="rId3">
            <a:alphaModFix amt="50000"/>
          </a:blip>
          <a:srcRect l="10398" t="7567" r="28315" b="-125040"/>
          <a:stretch/>
        </p:blipFill>
        <p:spPr>
          <a:xfrm rot="5400000">
            <a:off x="2179800" y="-1999800"/>
            <a:ext cx="513792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Google Shape;130;p16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131;p16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32;p16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Google Shape;133;p16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134;p16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35;p16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Google Shape;136;p16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Google Shape;137;p16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015200" y="866880"/>
            <a:ext cx="340416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383080" y="680040"/>
            <a:ext cx="2814120" cy="37836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F2A29">
                <a:alpha val="50000"/>
              </a:srgbClr>
            </a:outerShdw>
          </a:effectLst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42;p17"/>
          <p:cNvPicPr/>
          <p:nvPr/>
        </p:nvPicPr>
        <p:blipFill>
          <a:blip r:embed="rId2">
            <a:alphaModFix amt="80000"/>
          </a:blip>
          <a:srcRect l="3846"/>
          <a:stretch/>
        </p:blipFill>
        <p:spPr>
          <a:xfrm rot="5400000">
            <a:off x="1992600" y="-2000880"/>
            <a:ext cx="516780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143;p17"/>
          <p:cNvPicPr/>
          <p:nvPr/>
        </p:nvPicPr>
        <p:blipFill>
          <a:blip r:embed="rId3">
            <a:alphaModFix amt="50000"/>
          </a:blip>
          <a:srcRect l="1158" r="46635" b="74688"/>
          <a:stretch/>
        </p:blipFill>
        <p:spPr>
          <a:xfrm rot="16200000" flipH="1">
            <a:off x="5935320" y="1915200"/>
            <a:ext cx="5146560" cy="13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53360" y="1333440"/>
            <a:ext cx="2765880" cy="122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47;p18"/>
          <p:cNvPicPr/>
          <p:nvPr/>
        </p:nvPicPr>
        <p:blipFill>
          <a:blip r:embed="rId2"/>
          <a:srcRect l="420" r="-520"/>
          <a:stretch/>
        </p:blipFill>
        <p:spPr>
          <a:xfrm rot="5400000" flipH="1">
            <a:off x="1951560" y="-2021400"/>
            <a:ext cx="525024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148;p18"/>
          <p:cNvPicPr/>
          <p:nvPr/>
        </p:nvPicPr>
        <p:blipFill>
          <a:blip r:embed="rId3">
            <a:alphaModFix amt="50000"/>
          </a:blip>
          <a:srcRect l="15469" t="51390" r="5793" b="-7602"/>
          <a:stretch/>
        </p:blipFill>
        <p:spPr>
          <a:xfrm>
            <a:off x="0" y="-69120"/>
            <a:ext cx="776340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49;p18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150;p18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151;p18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Google Shape;152;p18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53;p18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54;p18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55;p18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156;p18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230080" y="1410840"/>
            <a:ext cx="2630160" cy="124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60;p19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8180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61;p19"/>
          <p:cNvPicPr/>
          <p:nvPr/>
        </p:nvPicPr>
        <p:blipFill>
          <a:blip r:embed="rId3">
            <a:alphaModFix amt="50000"/>
          </a:blip>
          <a:srcRect l="1158" r="46635" b="74946"/>
          <a:stretch/>
        </p:blipFill>
        <p:spPr>
          <a:xfrm rot="5400000">
            <a:off x="-192276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162;p19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63;p19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64;p19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26480" y="1017720"/>
            <a:ext cx="7703640" cy="12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68;p20"/>
          <p:cNvPicPr/>
          <p:nvPr/>
        </p:nvPicPr>
        <p:blipFill>
          <a:blip r:embed="rId2"/>
          <a:srcRect l="420" r="-520"/>
          <a:stretch/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69;p20"/>
          <p:cNvPicPr/>
          <p:nvPr/>
        </p:nvPicPr>
        <p:blipFill>
          <a:blip r:embed="rId3">
            <a:alphaModFix amt="50000"/>
          </a:blip>
          <a:srcRect l="1158" r="46635" b="74946"/>
          <a:stretch/>
        </p:blipFill>
        <p:spPr>
          <a:xfrm rot="16200000" flipH="1">
            <a:off x="592884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Google Shape;171;p20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72;p20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73;p20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174;p20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75;p20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176;p20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Google Shape;177;p20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178;p20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4;p3"/>
          <p:cNvPicPr/>
          <p:nvPr/>
        </p:nvPicPr>
        <p:blipFill>
          <a:blip r:embed="rId2"/>
          <a:srcRect l="239" r="59"/>
          <a:stretch/>
        </p:blipFill>
        <p:spPr>
          <a:xfrm rot="10800000">
            <a:off x="-180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5;p3"/>
          <p:cNvPicPr/>
          <p:nvPr/>
        </p:nvPicPr>
        <p:blipFill>
          <a:blip r:embed="rId3">
            <a:alphaModFix amt="50000"/>
          </a:blip>
          <a:srcRect l="1160" r="6102"/>
          <a:stretch/>
        </p:blipFill>
        <p:spPr>
          <a:xfrm rot="10800000">
            <a:off x="36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13160" y="2347200"/>
            <a:ext cx="4370400" cy="130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713160" y="802080"/>
            <a:ext cx="1775160" cy="12369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80;p21"/>
          <p:cNvPicPr/>
          <p:nvPr/>
        </p:nvPicPr>
        <p:blipFill>
          <a:blip r:embed="rId2"/>
          <a:srcRect l="411" r="1539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81;p2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82;p2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85;p22"/>
          <p:cNvPicPr/>
          <p:nvPr/>
        </p:nvPicPr>
        <p:blipFill>
          <a:blip r:embed="rId2"/>
          <a:srcRect l="411" r="1539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186;p22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187;p22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90;p23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7604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91;p23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16200000" flipH="1">
            <a:off x="533124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192;p23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193;p23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94;p23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195;p23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196;p23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197;p23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198;p23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Google Shape;199;p23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78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206;p24"/>
          <p:cNvPicPr/>
          <p:nvPr/>
        </p:nvPicPr>
        <p:blipFill>
          <a:blip r:embed="rId2"/>
          <a:srcRect l="420" r="-520"/>
          <a:stretch/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207;p24"/>
          <p:cNvPicPr/>
          <p:nvPr/>
        </p:nvPicPr>
        <p:blipFill>
          <a:blip r:embed="rId3">
            <a:alphaModFix amt="50000"/>
          </a:blip>
          <a:srcRect l="1158" r="46635" b="74946"/>
          <a:stretch/>
        </p:blipFill>
        <p:spPr>
          <a:xfrm rot="16200000" flipH="1">
            <a:off x="592884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208;p24"/>
          <p:cNvPicPr/>
          <p:nvPr/>
        </p:nvPicPr>
        <p:blipFill>
          <a:blip r:embed="rId3">
            <a:alphaModFix amt="50000"/>
          </a:blip>
          <a:srcRect l="42826" t="34159" r="14891" b="9626"/>
          <a:stretch/>
        </p:blipFill>
        <p:spPr>
          <a:xfrm rot="10800000" flipH="1">
            <a:off x="6480" y="2274840"/>
            <a:ext cx="416808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477440" y="444960"/>
            <a:ext cx="6189120" cy="120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13;p25"/>
          <p:cNvPicPr/>
          <p:nvPr/>
        </p:nvPicPr>
        <p:blipFill>
          <a:blip r:embed="rId2"/>
          <a:srcRect l="-112" r="68722"/>
          <a:stretch/>
        </p:blipFill>
        <p:spPr>
          <a:xfrm rot="5400000">
            <a:off x="1961640" y="-2017080"/>
            <a:ext cx="522072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14;p25"/>
          <p:cNvPicPr/>
          <p:nvPr/>
        </p:nvPicPr>
        <p:blipFill>
          <a:blip r:embed="rId3">
            <a:alphaModFix amt="50000"/>
          </a:blip>
          <a:srcRect l="25091" t="64070" r="46719" b="-15030"/>
          <a:stretch/>
        </p:blipFill>
        <p:spPr>
          <a:xfrm rot="5400000">
            <a:off x="5543280" y="174960"/>
            <a:ext cx="3763080" cy="34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486080" y="444960"/>
            <a:ext cx="6171480" cy="122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7" name="Google Shape;222;p25"/>
          <p:cNvPicPr/>
          <p:nvPr/>
        </p:nvPicPr>
        <p:blipFill>
          <a:blip r:embed="rId3">
            <a:alphaModFix amt="50000"/>
          </a:blip>
          <a:srcRect l="25091" t="15030" r="46719" b="74075"/>
          <a:stretch/>
        </p:blipFill>
        <p:spPr>
          <a:xfrm rot="5400000">
            <a:off x="-1624320" y="1577520"/>
            <a:ext cx="3912840" cy="75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24;p26"/>
          <p:cNvPicPr/>
          <p:nvPr/>
        </p:nvPicPr>
        <p:blipFill>
          <a:blip r:embed="rId2"/>
          <a:srcRect l="420" t="-242" r="-520" b="-242"/>
          <a:stretch/>
        </p:blipFill>
        <p:spPr>
          <a:xfrm rot="16200000" flipH="1">
            <a:off x="1983960" y="-2013120"/>
            <a:ext cx="5188320" cy="9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25;p26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5400000">
            <a:off x="-132480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226;p26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Google Shape;227;p26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Google Shape;228;p26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39;p27"/>
          <p:cNvPicPr/>
          <p:nvPr/>
        </p:nvPicPr>
        <p:blipFill>
          <a:blip r:embed="rId2"/>
          <a:srcRect l="1525" t="2828" r="67003" b="2562"/>
          <a:stretch/>
        </p:blipFill>
        <p:spPr>
          <a:xfrm rot="5400000">
            <a:off x="1971000" y="-2064240"/>
            <a:ext cx="5233680" cy="9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40;p27"/>
          <p:cNvPicPr/>
          <p:nvPr/>
        </p:nvPicPr>
        <p:blipFill>
          <a:blip r:embed="rId3">
            <a:alphaModFix amt="50000"/>
          </a:blip>
          <a:srcRect l="10398" t="17263" r="28315" b="-125022"/>
          <a:stretch/>
        </p:blipFill>
        <p:spPr>
          <a:xfrm rot="5400000">
            <a:off x="2273040" y="-1877040"/>
            <a:ext cx="5137920" cy="873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241;p27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Google Shape;242;p27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Google Shape;243;p27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Google Shape;244;p27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0" name="Google Shape;245;p27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Google Shape;246;p27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Google Shape;247;p27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Google Shape;248;p27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263;p28"/>
          <p:cNvGrpSpPr/>
          <p:nvPr/>
        </p:nvGrpSpPr>
        <p:grpSpPr>
          <a:xfrm>
            <a:off x="-1440" y="-6840"/>
            <a:ext cx="9156240" cy="5181120"/>
            <a:chOff x="-1440" y="-6840"/>
            <a:chExt cx="9156240" cy="5181120"/>
          </a:xfrm>
        </p:grpSpPr>
        <p:pic>
          <p:nvPicPr>
            <p:cNvPr id="126" name="Google Shape;264;p28"/>
            <p:cNvPicPr/>
            <p:nvPr/>
          </p:nvPicPr>
          <p:blipFill>
            <a:blip r:embed="rId2">
              <a:alphaModFix amt="80000"/>
            </a:blip>
            <a:srcRect l="5275" r="44373"/>
            <a:stretch/>
          </p:blipFill>
          <p:spPr>
            <a:xfrm rot="5400000" flipH="1">
              <a:off x="3238560" y="-741960"/>
              <a:ext cx="2676240" cy="915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265;p28"/>
            <p:cNvPicPr/>
            <p:nvPr/>
          </p:nvPicPr>
          <p:blipFill>
            <a:blip r:embed="rId2">
              <a:alphaModFix amt="80000"/>
            </a:blip>
            <a:srcRect l="3991" r="46660"/>
            <a:stretch/>
          </p:blipFill>
          <p:spPr>
            <a:xfrm rot="5400000">
              <a:off x="3297960" y="-3306240"/>
              <a:ext cx="2557080" cy="91562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28" name="Google Shape;266;p28"/>
          <p:cNvPicPr/>
          <p:nvPr/>
        </p:nvPicPr>
        <p:blipFill>
          <a:blip r:embed="rId3">
            <a:alphaModFix amt="50000"/>
          </a:blip>
          <a:srcRect l="1158" r="46635" b="74688"/>
          <a:stretch/>
        </p:blipFill>
        <p:spPr>
          <a:xfrm rot="16200000" flipH="1">
            <a:off x="5935320" y="1915200"/>
            <a:ext cx="5146560" cy="13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8596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345312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title"/>
          </p:nvPr>
        </p:nvSpPr>
        <p:spPr>
          <a:xfrm>
            <a:off x="601992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274;p29"/>
          <p:cNvPicPr/>
          <p:nvPr/>
        </p:nvPicPr>
        <p:blipFill>
          <a:blip r:embed="rId2"/>
          <a:srcRect l="420" r="-500"/>
          <a:stretch/>
        </p:blipFill>
        <p:spPr>
          <a:xfrm rot="5400000" flipH="1">
            <a:off x="1964520" y="-2008080"/>
            <a:ext cx="522396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75;p29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276;p29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Google Shape;277;p29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Google Shape;278;p29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Google Shape;279;p29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" name="Google Shape;280;p29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9" name="Google Shape;281;p29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Google Shape;282;p29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Google Shape;283;p29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9648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354348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title"/>
          </p:nvPr>
        </p:nvSpPr>
        <p:spPr>
          <a:xfrm>
            <a:off x="609012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720000" y="450360"/>
            <a:ext cx="7703640" cy="56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46" name="Google Shape;294;p29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296;p30"/>
          <p:cNvPicPr/>
          <p:nvPr/>
        </p:nvPicPr>
        <p:blipFill>
          <a:blip r:embed="rId2"/>
          <a:srcRect l="-2502" t="-2753" r="-2693" b="-2753"/>
          <a:stretch/>
        </p:blipFill>
        <p:spPr>
          <a:xfrm rot="10800000">
            <a:off x="-253440" y="-148320"/>
            <a:ext cx="9647640" cy="543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297;p30"/>
          <p:cNvPicPr/>
          <p:nvPr/>
        </p:nvPicPr>
        <p:blipFill>
          <a:blip r:embed="rId3">
            <a:alphaModFix amt="50000"/>
          </a:blip>
          <a:srcRect l="1030" r="6109"/>
          <a:stretch/>
        </p:blipFill>
        <p:spPr>
          <a:xfrm rot="10800000">
            <a:off x="360" y="-2520"/>
            <a:ext cx="915588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298;p30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0" name="Google Shape;299;p30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Google Shape;300;p30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Google Shape;301;p30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Google Shape;302;p30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Google Shape;303;p30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Google Shape;304;p30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Google Shape;305;p30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61560" y="655200"/>
            <a:ext cx="4475160" cy="108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8" name="Google Shape;308;p30"/>
          <p:cNvSpPr/>
          <p:nvPr/>
        </p:nvSpPr>
        <p:spPr>
          <a:xfrm>
            <a:off x="713160" y="3670920"/>
            <a:ext cx="497160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4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5"/>
              </a:rPr>
              <a:t>Flaticon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5"/>
              </a:rPr>
              <a:t> 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and infographics &amp; images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6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20;p4"/>
          <p:cNvPicPr/>
          <p:nvPr/>
        </p:nvPicPr>
        <p:blipFill>
          <a:blip r:embed="rId2"/>
          <a:srcRect l="239" r="59"/>
          <a:stretch/>
        </p:blipFill>
        <p:spPr>
          <a:xfrm rot="10800000">
            <a:off x="-180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oogle Shape;21;p4"/>
          <p:cNvPicPr/>
          <p:nvPr/>
        </p:nvPicPr>
        <p:blipFill>
          <a:blip r:embed="rId3">
            <a:alphaModFix amt="50000"/>
          </a:blip>
          <a:srcRect l="28399" r="7263"/>
          <a:stretch/>
        </p:blipFill>
        <p:spPr>
          <a:xfrm rot="10800000">
            <a:off x="2805840" y="-6480"/>
            <a:ext cx="63428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Google Shape;22;p4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Google Shape;23;p4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Google Shape;24;p4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Google Shape;25;p4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Google Shape;26;p4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Google Shape;27;p4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Google Shape;28;p4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Google Shape;29;p4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26480" y="1017720"/>
            <a:ext cx="7703640" cy="355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310;p31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311;p31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312;p31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4" name="Google Shape;313;p31"/>
          <p:cNvPicPr/>
          <p:nvPr/>
        </p:nvPicPr>
        <p:blipFill>
          <a:blip r:embed="rId2"/>
          <a:srcRect l="414" r="553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Google Shape;314;p3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oogle Shape;315;p3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317;p32"/>
          <p:cNvPicPr/>
          <p:nvPr/>
        </p:nvPicPr>
        <p:blipFill>
          <a:blip r:embed="rId2"/>
          <a:srcRect l="392" r="68538"/>
          <a:stretch/>
        </p:blipFill>
        <p:spPr>
          <a:xfrm rot="5400000">
            <a:off x="1981440" y="-1997640"/>
            <a:ext cx="518148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oogle Shape;318;p32"/>
          <p:cNvPicPr/>
          <p:nvPr/>
        </p:nvPicPr>
        <p:blipFill>
          <a:blip r:embed="rId3">
            <a:alphaModFix amt="50000"/>
          </a:blip>
          <a:srcRect l="10398" t="7567" r="28315" b="-125040"/>
          <a:stretch/>
        </p:blipFill>
        <p:spPr>
          <a:xfrm rot="5400000">
            <a:off x="2003040" y="-2000160"/>
            <a:ext cx="5137920" cy="9143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33;p5"/>
          <p:cNvPicPr/>
          <p:nvPr/>
        </p:nvPicPr>
        <p:blipFill>
          <a:blip r:embed="rId2"/>
          <a:srcRect l="414" r="682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Google Shape;34;p5"/>
          <p:cNvPicPr/>
          <p:nvPr/>
        </p:nvPicPr>
        <p:blipFill>
          <a:blip r:embed="rId3">
            <a:alphaModFix amt="50000"/>
          </a:blip>
          <a:srcRect l="15469" t="51390" r="5793" b="-7602"/>
          <a:stretch/>
        </p:blipFill>
        <p:spPr>
          <a:xfrm>
            <a:off x="0" y="-69120"/>
            <a:ext cx="776340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35;p5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Google Shape;36;p5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Google Shape;37;p5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4" name="Google Shape;38;p5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Google Shape;39;p5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" name="Google Shape;40;p5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Google Shape;41;p5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42;p5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49;p6"/>
          <p:cNvPicPr/>
          <p:nvPr/>
        </p:nvPicPr>
        <p:blipFill>
          <a:blip r:embed="rId2"/>
          <a:srcRect l="420" r="-671"/>
          <a:stretch/>
        </p:blipFill>
        <p:spPr>
          <a:xfrm rot="5400000" flipH="1">
            <a:off x="1955160" y="-2017800"/>
            <a:ext cx="524304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Google Shape;50;p6"/>
          <p:cNvPicPr/>
          <p:nvPr/>
        </p:nvPicPr>
        <p:blipFill>
          <a:blip r:embed="rId3">
            <a:alphaModFix amt="50000"/>
          </a:blip>
          <a:srcRect l="1158" r="46635" b="83855"/>
          <a:stretch/>
        </p:blipFill>
        <p:spPr>
          <a:xfrm rot="16200000">
            <a:off x="6168240" y="2193120"/>
            <a:ext cx="5146560" cy="83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oogle Shape;51;p6"/>
          <p:cNvPicPr/>
          <p:nvPr/>
        </p:nvPicPr>
        <p:blipFill>
          <a:blip r:embed="rId3">
            <a:alphaModFix amt="50000"/>
          </a:blip>
          <a:srcRect l="15469" t="60441" r="5793" b="-7605"/>
          <a:stretch/>
        </p:blipFill>
        <p:spPr>
          <a:xfrm>
            <a:off x="0" y="0"/>
            <a:ext cx="7763400" cy="242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Google Shape;52;p6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Google Shape;53;p6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5" name="Google Shape;54;p6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57;p7"/>
          <p:cNvPicPr/>
          <p:nvPr/>
        </p:nvPicPr>
        <p:blipFill>
          <a:blip r:embed="rId2"/>
          <a:srcRect l="2006" t="1597" r="1085" b="1597"/>
          <a:stretch/>
        </p:blipFill>
        <p:spPr>
          <a:xfrm rot="5400000" flipH="1">
            <a:off x="1982520" y="-200628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58;p7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0" name="Google Shape;59;p7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1" name="Google Shape;60;p7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2" name="Google Shape;61;p7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3" name="Google Shape;62;p7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4" name="Google Shape;63;p7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5" name="Google Shape;64;p7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6" name="Google Shape;65;p7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962800" cy="123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13160" y="1905840"/>
            <a:ext cx="405828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09" name="Google Shape;68;p7"/>
          <p:cNvPicPr/>
          <p:nvPr/>
        </p:nvPicPr>
        <p:blipFill>
          <a:blip r:embed="rId3">
            <a:alphaModFix amt="50000"/>
          </a:blip>
          <a:srcRect l="1158" t="763" r="46635" b="79202"/>
          <a:stretch/>
        </p:blipFill>
        <p:spPr>
          <a:xfrm rot="16200000">
            <a:off x="6077520" y="2072160"/>
            <a:ext cx="5188320" cy="103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69;p7"/>
          <p:cNvPicPr/>
          <p:nvPr/>
        </p:nvPicPr>
        <p:blipFill>
          <a:blip r:embed="rId3">
            <a:alphaModFix amt="50000"/>
          </a:blip>
          <a:srcRect l="15470" t="60306" r="7161" b="-7602"/>
          <a:stretch/>
        </p:blipFill>
        <p:spPr>
          <a:xfrm>
            <a:off x="0" y="-6840"/>
            <a:ext cx="7627680" cy="2435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71;p8"/>
          <p:cNvPicPr/>
          <p:nvPr/>
        </p:nvPicPr>
        <p:blipFill>
          <a:blip r:embed="rId2"/>
          <a:srcRect l="10976" r="57908" b="-360"/>
          <a:stretch/>
        </p:blipFill>
        <p:spPr>
          <a:xfrm rot="16200000" flipH="1">
            <a:off x="2000520" y="-2010240"/>
            <a:ext cx="5175000" cy="917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oogle Shape;72;p8"/>
          <p:cNvPicPr/>
          <p:nvPr/>
        </p:nvPicPr>
        <p:blipFill>
          <a:blip r:embed="rId3">
            <a:alphaModFix amt="50000"/>
          </a:blip>
          <a:srcRect l="7180" t="26476" r="31009" b="-92169"/>
          <a:stretch/>
        </p:blipFill>
        <p:spPr>
          <a:xfrm rot="16200000" flipH="1">
            <a:off x="893520" y="-893520"/>
            <a:ext cx="5187240" cy="697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769760" y="1657440"/>
            <a:ext cx="560376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75;p9"/>
          <p:cNvPicPr/>
          <p:nvPr/>
        </p:nvPicPr>
        <p:blipFill>
          <a:blip r:embed="rId2"/>
          <a:srcRect l="133" r="68724"/>
          <a:stretch/>
        </p:blipFill>
        <p:spPr>
          <a:xfrm rot="5400000">
            <a:off x="1982520" y="-1996560"/>
            <a:ext cx="517932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Google Shape;76;p9"/>
          <p:cNvPicPr/>
          <p:nvPr/>
        </p:nvPicPr>
        <p:blipFill>
          <a:blip r:embed="rId3">
            <a:alphaModFix amt="50000"/>
          </a:blip>
          <a:srcRect l="10082" t="7567" r="28313" b="-125040"/>
          <a:stretch/>
        </p:blipFill>
        <p:spPr>
          <a:xfrm rot="5400000">
            <a:off x="2702880" y="-1996200"/>
            <a:ext cx="516456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Google Shape;77;p9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7" name="Google Shape;78;p9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577880" y="1430280"/>
            <a:ext cx="5428800" cy="111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0" y="-6840"/>
            <a:ext cx="9143640" cy="51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3867120" y="3327840"/>
            <a:ext cx="4563000" cy="1280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1925444" y="2096429"/>
            <a:ext cx="5265556" cy="1940311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rmAutofit fontScale="85000" lnSpcReduction="20000"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Multi-agent system for automated venture assessment and    investment insights</a:t>
            </a: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latin typeface="Albert Sans"/>
              </a:rPr>
              <a:t> Automatically researches a startup across 6 dimensions — market, team, product, financials, competition, and risk — and delivers a scored investment report in under 60 seconds.</a:t>
            </a: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Albert Sans"/>
            </a:endParaRPr>
          </a:p>
          <a:p>
            <a:pPr algn="ctr">
              <a:lnSpc>
                <a:spcPct val="115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275063" y="654205"/>
            <a:ext cx="8668215" cy="115972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AI VC Due Diligence Multi Agent System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331;p36"/>
          <p:cNvSpPr/>
          <p:nvPr/>
        </p:nvSpPr>
        <p:spPr>
          <a:xfrm>
            <a:off x="6429240" y="542880"/>
            <a:ext cx="19998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960" rIns="870823080" bIns="237960" anchor="t">
            <a:normAutofit fontScale="25000" lnSpcReduction="20000"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10th grade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019160" y="866880"/>
            <a:ext cx="3400200" cy="6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Introduction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1397620" y="1524000"/>
            <a:ext cx="3546087" cy="22005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 presentation outlines an </a:t>
            </a: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AI-driven multi-agent platform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that automates VC due diligence, producing rapid, data-backed investment recommendations.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This solution reduces time-to-decision, improves consistency, and surfaces key risks and opportunities with </a:t>
            </a: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scalable analysis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and </a:t>
            </a: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transparent outputs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" name="Google Shape;522;p50"/>
          <p:cNvSpPr/>
          <p:nvPr/>
        </p:nvSpPr>
        <p:spPr>
          <a:xfrm>
            <a:off x="5383080" y="680040"/>
            <a:ext cx="2814120" cy="37836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57240" dist="19080" dir="5400000" algn="bl" rotWithShape="0">
              <a:schemeClr val="lt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27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Problem Statement  &amp; Solution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30" name="image69d83956ab4d8" descr="image69d83956ab4db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64995" y="379142"/>
            <a:ext cx="3854365" cy="5735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Problem Statement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subTitle"/>
          </p:nvPr>
        </p:nvSpPr>
        <p:spPr>
          <a:xfrm>
            <a:off x="1040780" y="1018479"/>
            <a:ext cx="4342300" cy="34449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Venture due diligence is time-consuming, inconsistent, and limited by human bandwidth. Investors face incomplete signals, manual data gathering, and subjective risk evaluation.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This leads to slower decisions, missed opportunities, and uneven portfolio quality.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Scalable, repeatable evaluation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is required to improve deal throughput and accuracy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" name="Google Shape;522;p50"/>
          <p:cNvSpPr/>
          <p:nvPr/>
        </p:nvSpPr>
        <p:spPr>
          <a:xfrm>
            <a:off x="5383080" y="680040"/>
            <a:ext cx="2814120" cy="37836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57240" dist="19080" dir="5400000" algn="bl" rotWithShape="0">
              <a:schemeClr val="lt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233"/>
          <p:cNvSpPr/>
          <p:nvPr/>
        </p:nvSpPr>
        <p:spPr>
          <a:xfrm>
            <a:off x="476280" y="476280"/>
            <a:ext cx="8191080" cy="527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Proposed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 Solution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263805" y="1167161"/>
            <a:ext cx="7403554" cy="27655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US" sz="1600" dirty="0">
                <a:latin typeface="DM Sans ExtraBold"/>
              </a:rPr>
              <a:t>The proposed solution is an </a:t>
            </a:r>
            <a:r>
              <a:rPr lang="en-US" sz="1600" b="1" dirty="0">
                <a:latin typeface="DM Sans ExtraBold"/>
              </a:rPr>
              <a:t>AI-powered Multi-Agent Due Diligence System</a:t>
            </a:r>
            <a:r>
              <a:rPr lang="en-US" sz="1600" dirty="0">
                <a:latin typeface="DM Sans ExtraBold"/>
              </a:rPr>
              <a:t> designed to automate and enhance the startup evaluation process for venture capital firms.</a:t>
            </a:r>
          </a:p>
          <a:p>
            <a:endParaRPr lang="en-US" sz="1600" dirty="0">
              <a:latin typeface="DM Sans ExtraBold"/>
            </a:endParaRPr>
          </a:p>
          <a:p>
            <a:r>
              <a:rPr lang="en-US" sz="1600" dirty="0">
                <a:latin typeface="DM Sans ExtraBold"/>
              </a:rPr>
              <a:t>Instead of relying on a single AI model or manual analysis, the system uses </a:t>
            </a:r>
            <a:r>
              <a:rPr lang="en-US" sz="1600" b="1" dirty="0">
                <a:latin typeface="DM Sans ExtraBold"/>
              </a:rPr>
              <a:t>multiple specialized AI agents</a:t>
            </a:r>
            <a:r>
              <a:rPr lang="en-US" sz="1600" dirty="0">
                <a:latin typeface="DM Sans ExtraBold"/>
              </a:rPr>
              <a:t>, each responsible for a specific aspect of due diligence. These agents work collaboratively under a central orchestrator to generate a </a:t>
            </a:r>
            <a:r>
              <a:rPr lang="en-US" sz="1600" b="1" dirty="0">
                <a:latin typeface="DM Sans ExtraBold"/>
              </a:rPr>
              <a:t>comprehensive investment report</a:t>
            </a:r>
            <a:r>
              <a:rPr lang="en-US" sz="1600" dirty="0">
                <a:latin typeface="DM Sans ExtraBold"/>
              </a:rPr>
              <a:t>.</a:t>
            </a:r>
          </a:p>
          <a:p>
            <a:endParaRPr lang="en-US" sz="1600" dirty="0">
              <a:latin typeface="DM Sans ExtraBold"/>
            </a:endParaRPr>
          </a:p>
          <a:p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Delivers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standardized risk scores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 and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actionable investment insights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, reducing time-to-decision and enabling higher deal throughput across portfolios.</a:t>
            </a:r>
            <a:endParaRPr lang="en-US" sz="1600" dirty="0">
              <a:solidFill>
                <a:srgbClr val="FFFFFF"/>
              </a:solidFill>
              <a:latin typeface="OpenSymbol"/>
            </a:endParaRPr>
          </a:p>
          <a:p>
            <a:endParaRPr lang="en-US" sz="1600" dirty="0">
              <a:latin typeface="DM Sans ExtraBold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3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Architecture </a:t>
            </a:r>
          </a:p>
        </p:txBody>
      </p:sp>
      <p:pic>
        <p:nvPicPr>
          <p:cNvPr id="240" name="image69d83956bb233" descr="image69d83956bb238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240"/>
          <p:cNvSpPr/>
          <p:nvPr/>
        </p:nvSpPr>
        <p:spPr>
          <a:xfrm>
            <a:off x="476640" y="200722"/>
            <a:ext cx="8190720" cy="3271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System Architecture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219200" y="1107688"/>
            <a:ext cx="7448160" cy="2423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016C06-4DB6-7047-D98E-1B24C49F9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512" y="349405"/>
            <a:ext cx="5757117" cy="4794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0FD2C1-648B-97EC-48D1-A2A76DC1D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268" y="-106729"/>
            <a:ext cx="6881232" cy="5059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FFC3-3F2D-2456-6EA1-C40716E7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>
            <a:extLst>
              <a:ext uri="{FF2B5EF4-FFF2-40B4-BE49-F238E27FC236}">
                <a16:creationId xmlns:a16="http://schemas.microsoft.com/office/drawing/2014/main" id="{998DAC04-AABE-9609-8913-B44EB194B92D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BC42F6B-DC5A-661E-21E7-7876F0C42168}"/>
              </a:ext>
            </a:extLst>
          </p:cNvPr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153A2B-1A84-CA08-68E6-CC959CDDB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9073" y="840059"/>
            <a:ext cx="7178598" cy="398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3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47"/>
          <p:cNvSpPr/>
          <p:nvPr/>
        </p:nvSpPr>
        <p:spPr>
          <a:xfrm>
            <a:off x="892098" y="341971"/>
            <a:ext cx="7775262" cy="5501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Conclusion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1531434" y="996176"/>
            <a:ext cx="7135926" cy="29587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US" sz="1400" dirty="0">
                <a:latin typeface="DM Sans ExtraBold"/>
              </a:rPr>
              <a:t>The </a:t>
            </a:r>
            <a:r>
              <a:rPr lang="en-US" sz="1400" b="1" dirty="0">
                <a:latin typeface="DM Sans ExtraBold"/>
              </a:rPr>
              <a:t>AI VC Due Diligence Multi-Agent System</a:t>
            </a:r>
            <a:r>
              <a:rPr lang="en-US" sz="1400" dirty="0">
                <a:latin typeface="DM Sans ExtraBold"/>
              </a:rPr>
              <a:t> presents a powerful approach to transforming traditional startup evaluation into an </a:t>
            </a:r>
            <a:r>
              <a:rPr lang="en-US" sz="1400" b="1" dirty="0">
                <a:latin typeface="DM Sans ExtraBold"/>
              </a:rPr>
              <a:t>intelligent, automated, and scalable process</a:t>
            </a:r>
            <a:r>
              <a:rPr lang="en-US" sz="1400" dirty="0">
                <a:latin typeface="DM Sans ExtraBold"/>
              </a:rPr>
              <a:t>.</a:t>
            </a:r>
          </a:p>
          <a:p>
            <a:endParaRPr lang="en-US" sz="1400" dirty="0">
              <a:latin typeface="DM Sans ExtraBold"/>
            </a:endParaRPr>
          </a:p>
          <a:p>
            <a:endParaRPr lang="en-US" sz="1400" dirty="0">
              <a:latin typeface="DM Sans ExtraBold"/>
            </a:endParaRPr>
          </a:p>
          <a:p>
            <a:r>
              <a:rPr lang="en-US" sz="1400" dirty="0">
                <a:latin typeface="DM Sans ExtraBold"/>
              </a:rPr>
              <a:t>By leveraging </a:t>
            </a:r>
            <a:r>
              <a:rPr lang="en-US" sz="1400" b="1" dirty="0">
                <a:latin typeface="DM Sans ExtraBold"/>
              </a:rPr>
              <a:t>multiple specialized AI agents</a:t>
            </a:r>
            <a:r>
              <a:rPr lang="en-US" sz="1400" dirty="0">
                <a:latin typeface="DM Sans ExtraBold"/>
              </a:rPr>
              <a:t>, the system ensures a </a:t>
            </a:r>
            <a:r>
              <a:rPr lang="en-US" sz="1400" b="1" dirty="0">
                <a:latin typeface="DM Sans ExtraBold"/>
              </a:rPr>
              <a:t>comprehensive and multi-dimensional analysis</a:t>
            </a:r>
            <a:r>
              <a:rPr lang="en-US" sz="1400" dirty="0">
                <a:latin typeface="DM Sans ExtraBold"/>
              </a:rPr>
              <a:t> covering financial performance, market potential, competitive landscape, and risk factors</a:t>
            </a:r>
          </a:p>
          <a:p>
            <a:r>
              <a:rPr lang="en-US" sz="1400" dirty="0">
                <a:latin typeface="DM Sans ExtraBold"/>
              </a:rPr>
              <a:t>  </a:t>
            </a:r>
          </a:p>
          <a:p>
            <a:endParaRPr lang="en-US" sz="1400" dirty="0">
              <a:latin typeface="DM Sans ExtraBold"/>
            </a:endParaRPr>
          </a:p>
          <a:p>
            <a:r>
              <a:rPr lang="en-US" sz="1400" dirty="0">
                <a:latin typeface="DM Sans ExtraBold"/>
              </a:rPr>
              <a:t>This modular architecture not only improves accuracy but also mirrors real-world VC decision-making processes.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44ED-AD0F-6E0E-05E5-5AB8D2CF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302" y="1657815"/>
            <a:ext cx="3010830" cy="1126065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546261"/>
      </p:ext>
    </p:extLst>
  </p:cSld>
  <p:clrMapOvr>
    <a:masterClrMapping/>
  </p:clrMapOvr>
</p:sld>
</file>

<file path=ppt/theme/theme1.xml><?xml version="1.0" encoding="utf-8"?>
<a:theme xmlns:a="http://schemas.openxmlformats.org/drawingml/2006/main" name="Force, Motion, and Energy - Science - 10th Grade by Slidesgo">
  <a:themeElements>
    <a:clrScheme name="Simple Light">
      <a:dk1>
        <a:srgbClr val="FFFFFF"/>
      </a:dk1>
      <a:lt1>
        <a:srgbClr val="0F2A29"/>
      </a:lt1>
      <a:dk2>
        <a:srgbClr val="017171"/>
      </a:dk2>
      <a:lt2>
        <a:srgbClr val="00AEAD"/>
      </a:lt2>
      <a:accent1>
        <a:srgbClr val="11EBEB"/>
      </a:accent1>
      <a:accent2>
        <a:srgbClr val="ABE9E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322</Words>
  <Application>Microsoft Office PowerPoint</Application>
  <PresentationFormat>On-screen Show (16:9)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Albert Sans</vt:lpstr>
      <vt:lpstr>Arial</vt:lpstr>
      <vt:lpstr>Calibri</vt:lpstr>
      <vt:lpstr>DM Sans ExtraBold</vt:lpstr>
      <vt:lpstr>OpenSymbol</vt:lpstr>
      <vt:lpstr>Symbol</vt:lpstr>
      <vt:lpstr>Wingdings</vt:lpstr>
      <vt:lpstr>Force, Motion, and Energy - Science - 10th Grade by Slidesgo</vt:lpstr>
      <vt:lpstr>Slidesgo Final Pages</vt:lpstr>
      <vt:lpstr>AI VC Due Diligence Multi Agent System</vt:lpstr>
      <vt:lpstr>Introduction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Snehalatha Biyyala</dc:creator>
  <cp:lastModifiedBy>Snehalatha Biyyala</cp:lastModifiedBy>
  <cp:revision>1</cp:revision>
  <dcterms:modified xsi:type="dcterms:W3CDTF">2026-04-10T00:13:07Z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2026-04-09T23:42:12Z</dcterms:created>
  <dc:creator>Unknown Creator</dc:creator>
  <dc:description/>
  <dc:language>en-US</dc:language>
  <cp:lastModifiedBy>Unknown Creator</cp:lastModifiedBy>
  <dcterms:modified xsi:type="dcterms:W3CDTF">2026-04-09T23:42:12Z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